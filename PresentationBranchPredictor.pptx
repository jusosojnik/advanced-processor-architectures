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9" r:id="rId9"/>
    <p:sldId id="268" r:id="rId10"/>
    <p:sldId id="270" r:id="rId11"/>
    <p:sldId id="272" r:id="rId12"/>
    <p:sldId id="271" r:id="rId13"/>
    <p:sldId id="273" r:id="rId14"/>
    <p:sldId id="274" r:id="rId15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5"/>
    <p:restoredTop sz="96054"/>
  </p:normalViewPr>
  <p:slideViewPr>
    <p:cSldViewPr snapToGrid="0" snapToObjects="1">
      <p:cViewPr>
        <p:scale>
          <a:sx n="82" d="100"/>
          <a:sy n="82" d="100"/>
        </p:scale>
        <p:origin x="320" y="1056"/>
      </p:cViewPr>
      <p:guideLst/>
    </p:cSldViewPr>
  </p:slideViewPr>
  <p:outlineViewPr>
    <p:cViewPr>
      <p:scale>
        <a:sx n="33" d="100"/>
        <a:sy n="33" d="100"/>
      </p:scale>
      <p:origin x="0" y="-15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88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20D629-B067-46A5-B67D-38B5FA00A6F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90B6FB-90FC-41F5-8045-BB04246BA935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Branch Type Awareness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D56F5BF-5085-49E3-A896-BD09E9CA211D}" type="parTrans" cxnId="{C8DA3AF0-914F-4A1C-87E1-D7DA4002364E}">
      <dgm:prSet/>
      <dgm:spPr/>
      <dgm:t>
        <a:bodyPr/>
        <a:lstStyle/>
        <a:p>
          <a:endParaRPr lang="en-US"/>
        </a:p>
      </dgm:t>
    </dgm:pt>
    <dgm:pt modelId="{9A3628BB-BD2C-46AB-9BA7-24594C1B10CE}" type="sibTrans" cxnId="{C8DA3AF0-914F-4A1C-87E1-D7DA4002364E}">
      <dgm:prSet/>
      <dgm:spPr/>
      <dgm:t>
        <a:bodyPr/>
        <a:lstStyle/>
        <a:p>
          <a:endParaRPr lang="en-US"/>
        </a:p>
      </dgm:t>
    </dgm:pt>
    <dgm:pt modelId="{21B00CB6-DA6D-4A04-9D44-769EC9E0EE2E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Loop Bias Tracker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E001A17-A653-4783-9726-FE4A36B6991B}" type="parTrans" cxnId="{5B88B9E4-6081-4420-BB04-04A21072AEB7}">
      <dgm:prSet/>
      <dgm:spPr/>
      <dgm:t>
        <a:bodyPr/>
        <a:lstStyle/>
        <a:p>
          <a:endParaRPr lang="en-US"/>
        </a:p>
      </dgm:t>
    </dgm:pt>
    <dgm:pt modelId="{4B2ABA57-5AA3-4C55-8CF6-34C66172688D}" type="sibTrans" cxnId="{5B88B9E4-6081-4420-BB04-04A21072AEB7}">
      <dgm:prSet/>
      <dgm:spPr/>
      <dgm:t>
        <a:bodyPr/>
        <a:lstStyle/>
        <a:p>
          <a:endParaRPr lang="en-US"/>
        </a:p>
      </dgm:t>
    </dgm:pt>
    <dgm:pt modelId="{1BE975A6-DA25-462A-8D88-CC21C83CC2A3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Useful Bit Aging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638D7C4-8DD1-4280-A4E9-468CFBD6F0FC}" type="parTrans" cxnId="{82760622-1573-41D6-8E1B-36B7D148A868}">
      <dgm:prSet/>
      <dgm:spPr/>
      <dgm:t>
        <a:bodyPr/>
        <a:lstStyle/>
        <a:p>
          <a:endParaRPr lang="en-US"/>
        </a:p>
      </dgm:t>
    </dgm:pt>
    <dgm:pt modelId="{A7FC36F5-A745-414D-8EAF-C6714128852C}" type="sibTrans" cxnId="{82760622-1573-41D6-8E1B-36B7D148A868}">
      <dgm:prSet/>
      <dgm:spPr/>
      <dgm:t>
        <a:bodyPr/>
        <a:lstStyle/>
        <a:p>
          <a:endParaRPr lang="en-US"/>
        </a:p>
      </dgm:t>
    </dgm:pt>
    <dgm:pt modelId="{0AED8719-817A-4068-8AC3-70893AAFDF1F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Confidence Tracking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C2ACB3F-00DC-4793-B72A-6D1D177011B4}" type="parTrans" cxnId="{2E1F54DC-09D1-43DA-B203-C6737D7F6880}">
      <dgm:prSet/>
      <dgm:spPr/>
      <dgm:t>
        <a:bodyPr/>
        <a:lstStyle/>
        <a:p>
          <a:endParaRPr lang="en-US"/>
        </a:p>
      </dgm:t>
    </dgm:pt>
    <dgm:pt modelId="{7942A17E-74B4-4009-8915-427A7993EA6D}" type="sibTrans" cxnId="{2E1F54DC-09D1-43DA-B203-C6737D7F6880}">
      <dgm:prSet/>
      <dgm:spPr/>
      <dgm:t>
        <a:bodyPr/>
        <a:lstStyle/>
        <a:p>
          <a:endParaRPr lang="en-US"/>
        </a:p>
      </dgm:t>
    </dgm:pt>
    <dgm:pt modelId="{E7B9B55F-F03A-47FB-A8D8-B216C3C6F5AC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Alternate Prediction Path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7605F3A-103D-4DCB-BB01-A38D64A4188B}" type="parTrans" cxnId="{988F453E-B97B-43D5-8765-99B3E229F1FB}">
      <dgm:prSet/>
      <dgm:spPr/>
      <dgm:t>
        <a:bodyPr/>
        <a:lstStyle/>
        <a:p>
          <a:endParaRPr lang="en-US"/>
        </a:p>
      </dgm:t>
    </dgm:pt>
    <dgm:pt modelId="{63D2BE1E-0FDD-43E8-8C96-38DBA456B185}" type="sibTrans" cxnId="{988F453E-B97B-43D5-8765-99B3E229F1FB}">
      <dgm:prSet/>
      <dgm:spPr/>
      <dgm:t>
        <a:bodyPr/>
        <a:lstStyle/>
        <a:p>
          <a:endParaRPr lang="en-US"/>
        </a:p>
      </dgm:t>
    </dgm:pt>
    <dgm:pt modelId="{C1B3CA89-3284-4ADC-8E65-BB0A96BD0568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Global History Optimization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FA4E2F7-0A2A-4877-9728-533A1DE38A32}" type="parTrans" cxnId="{BC1921AB-31A2-4F3A-BADF-EA0912F1281F}">
      <dgm:prSet/>
      <dgm:spPr/>
      <dgm:t>
        <a:bodyPr/>
        <a:lstStyle/>
        <a:p>
          <a:endParaRPr lang="en-US"/>
        </a:p>
      </dgm:t>
    </dgm:pt>
    <dgm:pt modelId="{66CDE158-3364-4B54-9B26-28395AC76819}" type="sibTrans" cxnId="{BC1921AB-31A2-4F3A-BADF-EA0912F1281F}">
      <dgm:prSet/>
      <dgm:spPr/>
      <dgm:t>
        <a:bodyPr/>
        <a:lstStyle/>
        <a:p>
          <a:endParaRPr lang="en-US"/>
        </a:p>
      </dgm:t>
    </dgm:pt>
    <dgm:pt modelId="{9C28C9D2-5FA2-477B-9303-9B6F51D9EF10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Prime-Spaced History Lengths</a:t>
          </a:r>
          <a:endParaRPr lang="en-US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65956E0-6270-496A-B8F1-AD75C5CEAAA1}" type="parTrans" cxnId="{3266A86F-7DE5-4741-AA6A-757BED68156C}">
      <dgm:prSet/>
      <dgm:spPr/>
      <dgm:t>
        <a:bodyPr/>
        <a:lstStyle/>
        <a:p>
          <a:endParaRPr lang="en-US"/>
        </a:p>
      </dgm:t>
    </dgm:pt>
    <dgm:pt modelId="{26280A88-8ED6-4AE4-BEC5-76D069389462}" type="sibTrans" cxnId="{3266A86F-7DE5-4741-AA6A-757BED68156C}">
      <dgm:prSet/>
      <dgm:spPr/>
      <dgm:t>
        <a:bodyPr/>
        <a:lstStyle/>
        <a:p>
          <a:endParaRPr lang="en-US"/>
        </a:p>
      </dgm:t>
    </dgm:pt>
    <dgm:pt modelId="{690C5F8D-FF27-4C35-A0AD-98F4EEC7C4F2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Return Address Stack (RAS)</a:t>
          </a:r>
          <a:endParaRPr lang="en-US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989715E-1866-4032-BE14-7C1F331E064F}" type="parTrans" cxnId="{4CADD4C0-E597-4967-AF86-9DEBDE0E4AD1}">
      <dgm:prSet/>
      <dgm:spPr/>
      <dgm:t>
        <a:bodyPr/>
        <a:lstStyle/>
        <a:p>
          <a:endParaRPr lang="en-US"/>
        </a:p>
      </dgm:t>
    </dgm:pt>
    <dgm:pt modelId="{57FD06FD-5534-4BDF-B74F-47091FB698EE}" type="sibTrans" cxnId="{4CADD4C0-E597-4967-AF86-9DEBDE0E4AD1}">
      <dgm:prSet/>
      <dgm:spPr/>
      <dgm:t>
        <a:bodyPr/>
        <a:lstStyle/>
        <a:p>
          <a:endParaRPr lang="en-US"/>
        </a:p>
      </dgm:t>
    </dgm:pt>
    <dgm:pt modelId="{7D007485-0DD7-5945-AD4F-89A2EA317838}" type="pres">
      <dgm:prSet presAssocID="{CB20D629-B067-46A5-B67D-38B5FA00A6F1}" presName="diagram" presStyleCnt="0">
        <dgm:presLayoutVars>
          <dgm:dir/>
          <dgm:resizeHandles val="exact"/>
        </dgm:presLayoutVars>
      </dgm:prSet>
      <dgm:spPr/>
    </dgm:pt>
    <dgm:pt modelId="{5984DEF9-9999-3D4A-A1CC-88C85B379319}" type="pres">
      <dgm:prSet presAssocID="{1E90B6FB-90FC-41F5-8045-BB04246BA935}" presName="node" presStyleLbl="node1" presStyleIdx="0" presStyleCnt="8">
        <dgm:presLayoutVars>
          <dgm:bulletEnabled val="1"/>
        </dgm:presLayoutVars>
      </dgm:prSet>
      <dgm:spPr/>
    </dgm:pt>
    <dgm:pt modelId="{B3DE4A6A-5A0F-DA45-8EC2-17080A23FA76}" type="pres">
      <dgm:prSet presAssocID="{9A3628BB-BD2C-46AB-9BA7-24594C1B10CE}" presName="sibTrans" presStyleCnt="0"/>
      <dgm:spPr/>
    </dgm:pt>
    <dgm:pt modelId="{A8D37206-0DF8-8846-8A31-3A6A13C0B295}" type="pres">
      <dgm:prSet presAssocID="{21B00CB6-DA6D-4A04-9D44-769EC9E0EE2E}" presName="node" presStyleLbl="node1" presStyleIdx="1" presStyleCnt="8">
        <dgm:presLayoutVars>
          <dgm:bulletEnabled val="1"/>
        </dgm:presLayoutVars>
      </dgm:prSet>
      <dgm:spPr/>
    </dgm:pt>
    <dgm:pt modelId="{EB122F97-7303-3240-A5B4-5BB3812D9B3B}" type="pres">
      <dgm:prSet presAssocID="{4B2ABA57-5AA3-4C55-8CF6-34C66172688D}" presName="sibTrans" presStyleCnt="0"/>
      <dgm:spPr/>
    </dgm:pt>
    <dgm:pt modelId="{D3B42ABD-1B14-E747-A4E3-4A407FBCA315}" type="pres">
      <dgm:prSet presAssocID="{1BE975A6-DA25-462A-8D88-CC21C83CC2A3}" presName="node" presStyleLbl="node1" presStyleIdx="2" presStyleCnt="8" custLinFactX="10126" custLinFactY="16716" custLinFactNeighborX="100000" custLinFactNeighborY="100000">
        <dgm:presLayoutVars>
          <dgm:bulletEnabled val="1"/>
        </dgm:presLayoutVars>
      </dgm:prSet>
      <dgm:spPr/>
    </dgm:pt>
    <dgm:pt modelId="{3F7B159F-3D3E-FD42-9193-AA89ECE24DB4}" type="pres">
      <dgm:prSet presAssocID="{A7FC36F5-A745-414D-8EAF-C6714128852C}" presName="sibTrans" presStyleCnt="0"/>
      <dgm:spPr/>
    </dgm:pt>
    <dgm:pt modelId="{3DEBD756-558D-F545-A9D8-3C5964D39318}" type="pres">
      <dgm:prSet presAssocID="{0AED8719-817A-4068-8AC3-70893AAFDF1F}" presName="node" presStyleLbl="node1" presStyleIdx="3" presStyleCnt="8">
        <dgm:presLayoutVars>
          <dgm:bulletEnabled val="1"/>
        </dgm:presLayoutVars>
      </dgm:prSet>
      <dgm:spPr/>
    </dgm:pt>
    <dgm:pt modelId="{213C3659-41A7-854A-AC76-C17B3B20054C}" type="pres">
      <dgm:prSet presAssocID="{7942A17E-74B4-4009-8915-427A7993EA6D}" presName="sibTrans" presStyleCnt="0"/>
      <dgm:spPr/>
    </dgm:pt>
    <dgm:pt modelId="{8432F587-7824-5247-8103-30470D65AF1E}" type="pres">
      <dgm:prSet presAssocID="{E7B9B55F-F03A-47FB-A8D8-B216C3C6F5AC}" presName="node" presStyleLbl="node1" presStyleIdx="4" presStyleCnt="8">
        <dgm:presLayoutVars>
          <dgm:bulletEnabled val="1"/>
        </dgm:presLayoutVars>
      </dgm:prSet>
      <dgm:spPr/>
    </dgm:pt>
    <dgm:pt modelId="{13CE7447-2567-CB4E-B0DA-9F7055B0E03F}" type="pres">
      <dgm:prSet presAssocID="{63D2BE1E-0FDD-43E8-8C96-38DBA456B185}" presName="sibTrans" presStyleCnt="0"/>
      <dgm:spPr/>
    </dgm:pt>
    <dgm:pt modelId="{AF4F2043-F934-634F-B6D2-5A469FADAB8E}" type="pres">
      <dgm:prSet presAssocID="{C1B3CA89-3284-4ADC-8E65-BB0A96BD0568}" presName="node" presStyleLbl="node1" presStyleIdx="5" presStyleCnt="8">
        <dgm:presLayoutVars>
          <dgm:bulletEnabled val="1"/>
        </dgm:presLayoutVars>
      </dgm:prSet>
      <dgm:spPr/>
    </dgm:pt>
    <dgm:pt modelId="{387912BC-05C5-324C-95EA-7CB66010C8E8}" type="pres">
      <dgm:prSet presAssocID="{66CDE158-3364-4B54-9B26-28395AC76819}" presName="sibTrans" presStyleCnt="0"/>
      <dgm:spPr/>
    </dgm:pt>
    <dgm:pt modelId="{B882490A-E4CA-2041-ADF8-DD9BD29BD802}" type="pres">
      <dgm:prSet presAssocID="{9C28C9D2-5FA2-477B-9303-9B6F51D9EF10}" presName="node" presStyleLbl="node1" presStyleIdx="6" presStyleCnt="8">
        <dgm:presLayoutVars>
          <dgm:bulletEnabled val="1"/>
        </dgm:presLayoutVars>
      </dgm:prSet>
      <dgm:spPr/>
    </dgm:pt>
    <dgm:pt modelId="{BD4D5C1E-0704-B942-838C-E9159CCB65CA}" type="pres">
      <dgm:prSet presAssocID="{26280A88-8ED6-4AE4-BEC5-76D069389462}" presName="sibTrans" presStyleCnt="0"/>
      <dgm:spPr/>
    </dgm:pt>
    <dgm:pt modelId="{F040BE7F-E6C5-4442-84ED-93A6006589BC}" type="pres">
      <dgm:prSet presAssocID="{690C5F8D-FF27-4C35-A0AD-98F4EEC7C4F2}" presName="node" presStyleLbl="node1" presStyleIdx="7" presStyleCnt="8" custLinFactX="-10334" custLinFactY="-17555" custLinFactNeighborX="-100000" custLinFactNeighborY="-100000">
        <dgm:presLayoutVars>
          <dgm:bulletEnabled val="1"/>
        </dgm:presLayoutVars>
      </dgm:prSet>
      <dgm:spPr/>
    </dgm:pt>
  </dgm:ptLst>
  <dgm:cxnLst>
    <dgm:cxn modelId="{82760622-1573-41D6-8E1B-36B7D148A868}" srcId="{CB20D629-B067-46A5-B67D-38B5FA00A6F1}" destId="{1BE975A6-DA25-462A-8D88-CC21C83CC2A3}" srcOrd="2" destOrd="0" parTransId="{2638D7C4-8DD1-4280-A4E9-468CFBD6F0FC}" sibTransId="{A7FC36F5-A745-414D-8EAF-C6714128852C}"/>
    <dgm:cxn modelId="{DF15AF26-8733-D940-B463-195B64830128}" type="presOf" srcId="{1E90B6FB-90FC-41F5-8045-BB04246BA935}" destId="{5984DEF9-9999-3D4A-A1CC-88C85B379319}" srcOrd="0" destOrd="0" presId="urn:microsoft.com/office/officeart/2005/8/layout/default"/>
    <dgm:cxn modelId="{EA75173B-E102-3042-B7EB-4AEB346A07F0}" type="presOf" srcId="{0AED8719-817A-4068-8AC3-70893AAFDF1F}" destId="{3DEBD756-558D-F545-A9D8-3C5964D39318}" srcOrd="0" destOrd="0" presId="urn:microsoft.com/office/officeart/2005/8/layout/default"/>
    <dgm:cxn modelId="{988F453E-B97B-43D5-8765-99B3E229F1FB}" srcId="{CB20D629-B067-46A5-B67D-38B5FA00A6F1}" destId="{E7B9B55F-F03A-47FB-A8D8-B216C3C6F5AC}" srcOrd="4" destOrd="0" parTransId="{37605F3A-103D-4DCB-BB01-A38D64A4188B}" sibTransId="{63D2BE1E-0FDD-43E8-8C96-38DBA456B185}"/>
    <dgm:cxn modelId="{D9DD0942-2A35-D240-B345-6B7CF1A05B52}" type="presOf" srcId="{1BE975A6-DA25-462A-8D88-CC21C83CC2A3}" destId="{D3B42ABD-1B14-E747-A4E3-4A407FBCA315}" srcOrd="0" destOrd="0" presId="urn:microsoft.com/office/officeart/2005/8/layout/default"/>
    <dgm:cxn modelId="{98941D49-95F4-2548-903E-BD303E6CBC2D}" type="presOf" srcId="{690C5F8D-FF27-4C35-A0AD-98F4EEC7C4F2}" destId="{F040BE7F-E6C5-4442-84ED-93A6006589BC}" srcOrd="0" destOrd="0" presId="urn:microsoft.com/office/officeart/2005/8/layout/default"/>
    <dgm:cxn modelId="{3266A86F-7DE5-4741-AA6A-757BED68156C}" srcId="{CB20D629-B067-46A5-B67D-38B5FA00A6F1}" destId="{9C28C9D2-5FA2-477B-9303-9B6F51D9EF10}" srcOrd="6" destOrd="0" parTransId="{065956E0-6270-496A-B8F1-AD75C5CEAAA1}" sibTransId="{26280A88-8ED6-4AE4-BEC5-76D069389462}"/>
    <dgm:cxn modelId="{6D5ADC8F-0B55-BF4A-9D0F-AB04645B2897}" type="presOf" srcId="{9C28C9D2-5FA2-477B-9303-9B6F51D9EF10}" destId="{B882490A-E4CA-2041-ADF8-DD9BD29BD802}" srcOrd="0" destOrd="0" presId="urn:microsoft.com/office/officeart/2005/8/layout/default"/>
    <dgm:cxn modelId="{9D41D395-2ABF-2043-849D-CF003F43C1A6}" type="presOf" srcId="{CB20D629-B067-46A5-B67D-38B5FA00A6F1}" destId="{7D007485-0DD7-5945-AD4F-89A2EA317838}" srcOrd="0" destOrd="0" presId="urn:microsoft.com/office/officeart/2005/8/layout/default"/>
    <dgm:cxn modelId="{BC1921AB-31A2-4F3A-BADF-EA0912F1281F}" srcId="{CB20D629-B067-46A5-B67D-38B5FA00A6F1}" destId="{C1B3CA89-3284-4ADC-8E65-BB0A96BD0568}" srcOrd="5" destOrd="0" parTransId="{9FA4E2F7-0A2A-4877-9728-533A1DE38A32}" sibTransId="{66CDE158-3364-4B54-9B26-28395AC76819}"/>
    <dgm:cxn modelId="{4CADD4C0-E597-4967-AF86-9DEBDE0E4AD1}" srcId="{CB20D629-B067-46A5-B67D-38B5FA00A6F1}" destId="{690C5F8D-FF27-4C35-A0AD-98F4EEC7C4F2}" srcOrd="7" destOrd="0" parTransId="{4989715E-1866-4032-BE14-7C1F331E064F}" sibTransId="{57FD06FD-5534-4BDF-B74F-47091FB698EE}"/>
    <dgm:cxn modelId="{7E8139C4-ECC2-9444-846E-D066FBB4EBB9}" type="presOf" srcId="{E7B9B55F-F03A-47FB-A8D8-B216C3C6F5AC}" destId="{8432F587-7824-5247-8103-30470D65AF1E}" srcOrd="0" destOrd="0" presId="urn:microsoft.com/office/officeart/2005/8/layout/default"/>
    <dgm:cxn modelId="{88E208CA-F688-804D-9E53-8275E5BE9D86}" type="presOf" srcId="{21B00CB6-DA6D-4A04-9D44-769EC9E0EE2E}" destId="{A8D37206-0DF8-8846-8A31-3A6A13C0B295}" srcOrd="0" destOrd="0" presId="urn:microsoft.com/office/officeart/2005/8/layout/default"/>
    <dgm:cxn modelId="{2E1F54DC-09D1-43DA-B203-C6737D7F6880}" srcId="{CB20D629-B067-46A5-B67D-38B5FA00A6F1}" destId="{0AED8719-817A-4068-8AC3-70893AAFDF1F}" srcOrd="3" destOrd="0" parTransId="{CC2ACB3F-00DC-4793-B72A-6D1D177011B4}" sibTransId="{7942A17E-74B4-4009-8915-427A7993EA6D}"/>
    <dgm:cxn modelId="{5B88B9E4-6081-4420-BB04-04A21072AEB7}" srcId="{CB20D629-B067-46A5-B67D-38B5FA00A6F1}" destId="{21B00CB6-DA6D-4A04-9D44-769EC9E0EE2E}" srcOrd="1" destOrd="0" parTransId="{5E001A17-A653-4783-9726-FE4A36B6991B}" sibTransId="{4B2ABA57-5AA3-4C55-8CF6-34C66172688D}"/>
    <dgm:cxn modelId="{8DAF8BE6-0733-5741-A859-FF6278742FDA}" type="presOf" srcId="{C1B3CA89-3284-4ADC-8E65-BB0A96BD0568}" destId="{AF4F2043-F934-634F-B6D2-5A469FADAB8E}" srcOrd="0" destOrd="0" presId="urn:microsoft.com/office/officeart/2005/8/layout/default"/>
    <dgm:cxn modelId="{C8DA3AF0-914F-4A1C-87E1-D7DA4002364E}" srcId="{CB20D629-B067-46A5-B67D-38B5FA00A6F1}" destId="{1E90B6FB-90FC-41F5-8045-BB04246BA935}" srcOrd="0" destOrd="0" parTransId="{9D56F5BF-5085-49E3-A896-BD09E9CA211D}" sibTransId="{9A3628BB-BD2C-46AB-9BA7-24594C1B10CE}"/>
    <dgm:cxn modelId="{51122E0B-E4C8-F04D-803F-60999EC66973}" type="presParOf" srcId="{7D007485-0DD7-5945-AD4F-89A2EA317838}" destId="{5984DEF9-9999-3D4A-A1CC-88C85B379319}" srcOrd="0" destOrd="0" presId="urn:microsoft.com/office/officeart/2005/8/layout/default"/>
    <dgm:cxn modelId="{CFE2C806-C174-284F-AD23-3A78FB4CD45F}" type="presParOf" srcId="{7D007485-0DD7-5945-AD4F-89A2EA317838}" destId="{B3DE4A6A-5A0F-DA45-8EC2-17080A23FA76}" srcOrd="1" destOrd="0" presId="urn:microsoft.com/office/officeart/2005/8/layout/default"/>
    <dgm:cxn modelId="{045591B7-42E2-3140-94DF-490E70700ACB}" type="presParOf" srcId="{7D007485-0DD7-5945-AD4F-89A2EA317838}" destId="{A8D37206-0DF8-8846-8A31-3A6A13C0B295}" srcOrd="2" destOrd="0" presId="urn:microsoft.com/office/officeart/2005/8/layout/default"/>
    <dgm:cxn modelId="{9177C7E5-3883-B14D-B837-3392A9D4241F}" type="presParOf" srcId="{7D007485-0DD7-5945-AD4F-89A2EA317838}" destId="{EB122F97-7303-3240-A5B4-5BB3812D9B3B}" srcOrd="3" destOrd="0" presId="urn:microsoft.com/office/officeart/2005/8/layout/default"/>
    <dgm:cxn modelId="{1CEFE09C-188D-9549-B61B-E0695BB13EAC}" type="presParOf" srcId="{7D007485-0DD7-5945-AD4F-89A2EA317838}" destId="{D3B42ABD-1B14-E747-A4E3-4A407FBCA315}" srcOrd="4" destOrd="0" presId="urn:microsoft.com/office/officeart/2005/8/layout/default"/>
    <dgm:cxn modelId="{6E6F3449-0510-4443-9CC5-5D6F67557610}" type="presParOf" srcId="{7D007485-0DD7-5945-AD4F-89A2EA317838}" destId="{3F7B159F-3D3E-FD42-9193-AA89ECE24DB4}" srcOrd="5" destOrd="0" presId="urn:microsoft.com/office/officeart/2005/8/layout/default"/>
    <dgm:cxn modelId="{DE94D34B-073A-8946-B8AF-39E3728CBBCE}" type="presParOf" srcId="{7D007485-0DD7-5945-AD4F-89A2EA317838}" destId="{3DEBD756-558D-F545-A9D8-3C5964D39318}" srcOrd="6" destOrd="0" presId="urn:microsoft.com/office/officeart/2005/8/layout/default"/>
    <dgm:cxn modelId="{BB344885-B7CD-7B45-A77A-1D92B8BFB58A}" type="presParOf" srcId="{7D007485-0DD7-5945-AD4F-89A2EA317838}" destId="{213C3659-41A7-854A-AC76-C17B3B20054C}" srcOrd="7" destOrd="0" presId="urn:microsoft.com/office/officeart/2005/8/layout/default"/>
    <dgm:cxn modelId="{D68FBF2F-653C-504C-9B70-17735559F9F3}" type="presParOf" srcId="{7D007485-0DD7-5945-AD4F-89A2EA317838}" destId="{8432F587-7824-5247-8103-30470D65AF1E}" srcOrd="8" destOrd="0" presId="urn:microsoft.com/office/officeart/2005/8/layout/default"/>
    <dgm:cxn modelId="{40CF9B19-513E-D24A-B8AD-E469D6FA5ABF}" type="presParOf" srcId="{7D007485-0DD7-5945-AD4F-89A2EA317838}" destId="{13CE7447-2567-CB4E-B0DA-9F7055B0E03F}" srcOrd="9" destOrd="0" presId="urn:microsoft.com/office/officeart/2005/8/layout/default"/>
    <dgm:cxn modelId="{83F72C6D-B16A-164F-9595-727773742C51}" type="presParOf" srcId="{7D007485-0DD7-5945-AD4F-89A2EA317838}" destId="{AF4F2043-F934-634F-B6D2-5A469FADAB8E}" srcOrd="10" destOrd="0" presId="urn:microsoft.com/office/officeart/2005/8/layout/default"/>
    <dgm:cxn modelId="{47AEB053-4242-E14F-B8B0-3634B113C500}" type="presParOf" srcId="{7D007485-0DD7-5945-AD4F-89A2EA317838}" destId="{387912BC-05C5-324C-95EA-7CB66010C8E8}" srcOrd="11" destOrd="0" presId="urn:microsoft.com/office/officeart/2005/8/layout/default"/>
    <dgm:cxn modelId="{849C7232-6199-E74A-A432-61E181DF53B6}" type="presParOf" srcId="{7D007485-0DD7-5945-AD4F-89A2EA317838}" destId="{B882490A-E4CA-2041-ADF8-DD9BD29BD802}" srcOrd="12" destOrd="0" presId="urn:microsoft.com/office/officeart/2005/8/layout/default"/>
    <dgm:cxn modelId="{BA361DEA-E7B5-BD4D-BFE1-E57ED1792768}" type="presParOf" srcId="{7D007485-0DD7-5945-AD4F-89A2EA317838}" destId="{BD4D5C1E-0704-B942-838C-E9159CCB65CA}" srcOrd="13" destOrd="0" presId="urn:microsoft.com/office/officeart/2005/8/layout/default"/>
    <dgm:cxn modelId="{CD13E532-83E7-6E49-A480-4340057746D5}" type="presParOf" srcId="{7D007485-0DD7-5945-AD4F-89A2EA317838}" destId="{F040BE7F-E6C5-4442-84ED-93A6006589BC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999591-3919-4CA2-A667-A171ED5E2FF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9310B-8255-4C01-A2F4-7047ABAE5ADE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Branch Type Awareness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3D9CAB3-9C3C-430C-B3B4-F999269DBA9C}" type="parTrans" cxnId="{770C174D-1011-48AA-84CA-309359B0E984}">
      <dgm:prSet/>
      <dgm:spPr/>
      <dgm:t>
        <a:bodyPr/>
        <a:lstStyle/>
        <a:p>
          <a:endParaRPr lang="en-US"/>
        </a:p>
      </dgm:t>
    </dgm:pt>
    <dgm:pt modelId="{028FFCFF-D8BF-4EA3-90AC-755ED5B6AA9D}" type="sibTrans" cxnId="{770C174D-1011-48AA-84CA-309359B0E984}">
      <dgm:prSet/>
      <dgm:spPr/>
      <dgm:t>
        <a:bodyPr/>
        <a:lstStyle/>
        <a:p>
          <a:endParaRPr lang="en-US"/>
        </a:p>
      </dgm:t>
    </dgm:pt>
    <dgm:pt modelId="{00F17497-279F-45B7-8D60-93E43FC5127E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Detects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branch category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(e.g., direct jump, call, return, conditional).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252DF5-9AFF-4D13-AB50-F0C18D267013}" type="parTrans" cxnId="{1127759A-E687-4CEF-8D30-296206A0CA78}">
      <dgm:prSet/>
      <dgm:spPr/>
      <dgm:t>
        <a:bodyPr/>
        <a:lstStyle/>
        <a:p>
          <a:endParaRPr lang="en-US"/>
        </a:p>
      </dgm:t>
    </dgm:pt>
    <dgm:pt modelId="{2AC87086-EEFF-4517-BFB3-F15D55C1F5E1}" type="sibTrans" cxnId="{1127759A-E687-4CEF-8D30-296206A0CA78}">
      <dgm:prSet/>
      <dgm:spPr/>
      <dgm:t>
        <a:bodyPr/>
        <a:lstStyle/>
        <a:p>
          <a:endParaRPr lang="en-US"/>
        </a:p>
      </dgm:t>
    </dgm:pt>
    <dgm:pt modelId="{B32925A9-1177-4F2A-AB8C-4671DE554461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Uses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static predictions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for easy-to-predict branches (e.g., direct jumps = taken).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9AF6193-2A51-40A6-82E2-482E87EF85C7}" type="parTrans" cxnId="{B76785E0-AAED-4F9C-B506-0BB7D9083EAC}">
      <dgm:prSet/>
      <dgm:spPr/>
      <dgm:t>
        <a:bodyPr/>
        <a:lstStyle/>
        <a:p>
          <a:endParaRPr lang="en-US"/>
        </a:p>
      </dgm:t>
    </dgm:pt>
    <dgm:pt modelId="{BCEC0723-31C1-4E5B-AC1A-C0153FEDC836}" type="sibTrans" cxnId="{B76785E0-AAED-4F9C-B506-0BB7D9083EAC}">
      <dgm:prSet/>
      <dgm:spPr/>
      <dgm:t>
        <a:bodyPr/>
        <a:lstStyle/>
        <a:p>
          <a:endParaRPr lang="en-US"/>
        </a:p>
      </dgm:t>
    </dgm:pt>
    <dgm:pt modelId="{5324EC2A-AAA2-4957-8008-39CF6749EAC9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Improves accuracy by avoiding unnecessary lookups for predictable branches.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E903AE-E146-4289-BE37-130869799AAD}" type="parTrans" cxnId="{8DFA92EF-86D7-4873-9460-DF90221A27C7}">
      <dgm:prSet/>
      <dgm:spPr/>
      <dgm:t>
        <a:bodyPr/>
        <a:lstStyle/>
        <a:p>
          <a:endParaRPr lang="en-US"/>
        </a:p>
      </dgm:t>
    </dgm:pt>
    <dgm:pt modelId="{BC589B12-68B4-4BDA-B2C6-26ED1314EEDB}" type="sibTrans" cxnId="{8DFA92EF-86D7-4873-9460-DF90221A27C7}">
      <dgm:prSet/>
      <dgm:spPr/>
      <dgm:t>
        <a:bodyPr/>
        <a:lstStyle/>
        <a:p>
          <a:endParaRPr lang="en-US"/>
        </a:p>
      </dgm:t>
    </dgm:pt>
    <dgm:pt modelId="{51A69D85-CD28-47CA-B0BA-C65D4BF77D24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Return Address Stack (RAS)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E6CBA6-8084-4B56-9DE3-F1A363557045}" type="parTrans" cxnId="{9DFB9891-FC21-4445-A207-2255B9803F15}">
      <dgm:prSet/>
      <dgm:spPr/>
      <dgm:t>
        <a:bodyPr/>
        <a:lstStyle/>
        <a:p>
          <a:endParaRPr lang="en-US"/>
        </a:p>
      </dgm:t>
    </dgm:pt>
    <dgm:pt modelId="{3382203C-2238-494E-844A-578D8D3B2D98}" type="sibTrans" cxnId="{9DFB9891-FC21-4445-A207-2255B9803F15}">
      <dgm:prSet/>
      <dgm:spPr/>
      <dgm:t>
        <a:bodyPr/>
        <a:lstStyle/>
        <a:p>
          <a:endParaRPr lang="en-US"/>
        </a:p>
      </dgm:t>
    </dgm:pt>
    <dgm:pt modelId="{B744E6D4-3F30-4FDC-A912-344159FBB0E5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Specifically handles </a:t>
          </a:r>
          <a:r>
            <a:rPr lang="en-GB" b="1">
              <a:latin typeface="Calibri" panose="020F0502020204030204" pitchFamily="34" charset="0"/>
              <a:cs typeface="Calibri" panose="020F0502020204030204" pitchFamily="34" charset="0"/>
            </a:rPr>
            <a:t>function return prediction</a:t>
          </a:r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4575CA-9BE2-46AF-ABC2-E91B0F2C2728}" type="parTrans" cxnId="{7C1706A0-A19F-4347-A5B3-F96F599920EF}">
      <dgm:prSet/>
      <dgm:spPr/>
      <dgm:t>
        <a:bodyPr/>
        <a:lstStyle/>
        <a:p>
          <a:endParaRPr lang="en-US"/>
        </a:p>
      </dgm:t>
    </dgm:pt>
    <dgm:pt modelId="{C5149CD4-577D-4F85-9C82-0BA72C37E6A4}" type="sibTrans" cxnId="{7C1706A0-A19F-4347-A5B3-F96F599920EF}">
      <dgm:prSet/>
      <dgm:spPr/>
      <dgm:t>
        <a:bodyPr/>
        <a:lstStyle/>
        <a:p>
          <a:endParaRPr lang="en-US"/>
        </a:p>
      </dgm:t>
    </dgm:pt>
    <dgm:pt modelId="{6CAF2425-0DF4-DD4F-9628-25908EED261B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On function call: push return address onto stack.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B9AEEF7-DD30-6440-AA6E-08A8B4820428}" type="parTrans" cxnId="{2C3B7162-36D2-264F-AC04-193A13A6E51A}">
      <dgm:prSet/>
      <dgm:spPr/>
      <dgm:t>
        <a:bodyPr/>
        <a:lstStyle/>
        <a:p>
          <a:endParaRPr lang="en-GB"/>
        </a:p>
      </dgm:t>
    </dgm:pt>
    <dgm:pt modelId="{AF06C27D-CD6A-4447-B31A-C91AB3A4F63E}" type="sibTrans" cxnId="{2C3B7162-36D2-264F-AC04-193A13A6E51A}">
      <dgm:prSet/>
      <dgm:spPr/>
      <dgm:t>
        <a:bodyPr/>
        <a:lstStyle/>
        <a:p>
          <a:endParaRPr lang="en-GB"/>
        </a:p>
      </dgm:t>
    </dgm:pt>
    <dgm:pt modelId="{2C5554EF-27FB-3E4F-B032-83DC89BDF87C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On return: pop address and compare to target</a:t>
          </a:r>
          <a:r>
            <a:rPr lang="en-GB" dirty="0"/>
            <a:t>.</a:t>
          </a:r>
          <a:endParaRPr lang="en-US" dirty="0"/>
        </a:p>
      </dgm:t>
    </dgm:pt>
    <dgm:pt modelId="{274ED415-DA5E-4241-BF1A-0548E265BA9B}" type="parTrans" cxnId="{8220B9FC-9B2C-8A40-AB8A-160E24FE9FBE}">
      <dgm:prSet/>
      <dgm:spPr/>
      <dgm:t>
        <a:bodyPr/>
        <a:lstStyle/>
        <a:p>
          <a:endParaRPr lang="en-GB"/>
        </a:p>
      </dgm:t>
    </dgm:pt>
    <dgm:pt modelId="{E2C8DADE-EB09-E741-8D50-CEC8D03C7D80}" type="sibTrans" cxnId="{8220B9FC-9B2C-8A40-AB8A-160E24FE9FBE}">
      <dgm:prSet/>
      <dgm:spPr/>
      <dgm:t>
        <a:bodyPr/>
        <a:lstStyle/>
        <a:p>
          <a:endParaRPr lang="en-GB"/>
        </a:p>
      </dgm:t>
    </dgm:pt>
    <dgm:pt modelId="{A12AE9E3-71ED-9543-A613-0AA8DC9A2C82}" type="pres">
      <dgm:prSet presAssocID="{1D999591-3919-4CA2-A667-A171ED5E2FF0}" presName="Name0" presStyleCnt="0">
        <dgm:presLayoutVars>
          <dgm:dir/>
          <dgm:animLvl val="lvl"/>
          <dgm:resizeHandles val="exact"/>
        </dgm:presLayoutVars>
      </dgm:prSet>
      <dgm:spPr/>
    </dgm:pt>
    <dgm:pt modelId="{0C7E5C94-6DAE-5F45-B1AE-0E3CF52BBF3A}" type="pres">
      <dgm:prSet presAssocID="{7F79310B-8255-4C01-A2F4-7047ABAE5ADE}" presName="composite" presStyleCnt="0"/>
      <dgm:spPr/>
    </dgm:pt>
    <dgm:pt modelId="{808BF6DE-027F-694A-8107-13A637C0B4DF}" type="pres">
      <dgm:prSet presAssocID="{7F79310B-8255-4C01-A2F4-7047ABAE5AD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09D2C8D-5265-6B4A-ADD8-41F134E4FC7F}" type="pres">
      <dgm:prSet presAssocID="{7F79310B-8255-4C01-A2F4-7047ABAE5ADE}" presName="desTx" presStyleLbl="alignAccFollowNode1" presStyleIdx="0" presStyleCnt="2">
        <dgm:presLayoutVars>
          <dgm:bulletEnabled val="1"/>
        </dgm:presLayoutVars>
      </dgm:prSet>
      <dgm:spPr/>
    </dgm:pt>
    <dgm:pt modelId="{FC8310BF-9D2F-164C-8C4E-D18DF3A6E846}" type="pres">
      <dgm:prSet presAssocID="{028FFCFF-D8BF-4EA3-90AC-755ED5B6AA9D}" presName="space" presStyleCnt="0"/>
      <dgm:spPr/>
    </dgm:pt>
    <dgm:pt modelId="{587455FA-9387-FF4E-86D6-38830FB07D14}" type="pres">
      <dgm:prSet presAssocID="{51A69D85-CD28-47CA-B0BA-C65D4BF77D24}" presName="composite" presStyleCnt="0"/>
      <dgm:spPr/>
    </dgm:pt>
    <dgm:pt modelId="{96FDE24D-0666-3847-9ACD-5921207593A8}" type="pres">
      <dgm:prSet presAssocID="{51A69D85-CD28-47CA-B0BA-C65D4BF77D2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A21E061-6EB4-A148-962A-D80065A2C4AA}" type="pres">
      <dgm:prSet presAssocID="{51A69D85-CD28-47CA-B0BA-C65D4BF77D2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73C3C12-278D-EF4A-BC03-6885A094DAA7}" type="presOf" srcId="{6CAF2425-0DF4-DD4F-9628-25908EED261B}" destId="{6A21E061-6EB4-A148-962A-D80065A2C4AA}" srcOrd="0" destOrd="1" presId="urn:microsoft.com/office/officeart/2005/8/layout/hList1"/>
    <dgm:cxn modelId="{770C174D-1011-48AA-84CA-309359B0E984}" srcId="{1D999591-3919-4CA2-A667-A171ED5E2FF0}" destId="{7F79310B-8255-4C01-A2F4-7047ABAE5ADE}" srcOrd="0" destOrd="0" parTransId="{A3D9CAB3-9C3C-430C-B3B4-F999269DBA9C}" sibTransId="{028FFCFF-D8BF-4EA3-90AC-755ED5B6AA9D}"/>
    <dgm:cxn modelId="{05929958-BE02-8645-A31D-59C48787FCBE}" type="presOf" srcId="{5324EC2A-AAA2-4957-8008-39CF6749EAC9}" destId="{709D2C8D-5265-6B4A-ADD8-41F134E4FC7F}" srcOrd="0" destOrd="2" presId="urn:microsoft.com/office/officeart/2005/8/layout/hList1"/>
    <dgm:cxn modelId="{2C3B7162-36D2-264F-AC04-193A13A6E51A}" srcId="{51A69D85-CD28-47CA-B0BA-C65D4BF77D24}" destId="{6CAF2425-0DF4-DD4F-9628-25908EED261B}" srcOrd="1" destOrd="0" parTransId="{6B9AEEF7-DD30-6440-AA6E-08A8B4820428}" sibTransId="{AF06C27D-CD6A-4447-B31A-C91AB3A4F63E}"/>
    <dgm:cxn modelId="{ED8E1D87-EFC7-6846-A4B9-4A6EF6F0DF7B}" type="presOf" srcId="{B744E6D4-3F30-4FDC-A912-344159FBB0E5}" destId="{6A21E061-6EB4-A148-962A-D80065A2C4AA}" srcOrd="0" destOrd="0" presId="urn:microsoft.com/office/officeart/2005/8/layout/hList1"/>
    <dgm:cxn modelId="{9DFB9891-FC21-4445-A207-2255B9803F15}" srcId="{1D999591-3919-4CA2-A667-A171ED5E2FF0}" destId="{51A69D85-CD28-47CA-B0BA-C65D4BF77D24}" srcOrd="1" destOrd="0" parTransId="{63E6CBA6-8084-4B56-9DE3-F1A363557045}" sibTransId="{3382203C-2238-494E-844A-578D8D3B2D98}"/>
    <dgm:cxn modelId="{1127759A-E687-4CEF-8D30-296206A0CA78}" srcId="{7F79310B-8255-4C01-A2F4-7047ABAE5ADE}" destId="{00F17497-279F-45B7-8D60-93E43FC5127E}" srcOrd="0" destOrd="0" parTransId="{09252DF5-9AFF-4D13-AB50-F0C18D267013}" sibTransId="{2AC87086-EEFF-4517-BFB3-F15D55C1F5E1}"/>
    <dgm:cxn modelId="{7C1706A0-A19F-4347-A5B3-F96F599920EF}" srcId="{51A69D85-CD28-47CA-B0BA-C65D4BF77D24}" destId="{B744E6D4-3F30-4FDC-A912-344159FBB0E5}" srcOrd="0" destOrd="0" parTransId="{684575CA-9BE2-46AF-ABC2-E91B0F2C2728}" sibTransId="{C5149CD4-577D-4F85-9C82-0BA72C37E6A4}"/>
    <dgm:cxn modelId="{FD2C92AD-08C2-C249-8771-6C42EF304A95}" type="presOf" srcId="{7F79310B-8255-4C01-A2F4-7047ABAE5ADE}" destId="{808BF6DE-027F-694A-8107-13A637C0B4DF}" srcOrd="0" destOrd="0" presId="urn:microsoft.com/office/officeart/2005/8/layout/hList1"/>
    <dgm:cxn modelId="{BB453EAE-CAE4-5B4C-A1ED-EE240A061F98}" type="presOf" srcId="{51A69D85-CD28-47CA-B0BA-C65D4BF77D24}" destId="{96FDE24D-0666-3847-9ACD-5921207593A8}" srcOrd="0" destOrd="0" presId="urn:microsoft.com/office/officeart/2005/8/layout/hList1"/>
    <dgm:cxn modelId="{1B7919BC-0538-AE49-A8B0-890862906DEE}" type="presOf" srcId="{B32925A9-1177-4F2A-AB8C-4671DE554461}" destId="{709D2C8D-5265-6B4A-ADD8-41F134E4FC7F}" srcOrd="0" destOrd="1" presId="urn:microsoft.com/office/officeart/2005/8/layout/hList1"/>
    <dgm:cxn modelId="{28808FDC-8E13-F945-94D0-E59473DD6F05}" type="presOf" srcId="{1D999591-3919-4CA2-A667-A171ED5E2FF0}" destId="{A12AE9E3-71ED-9543-A613-0AA8DC9A2C82}" srcOrd="0" destOrd="0" presId="urn:microsoft.com/office/officeart/2005/8/layout/hList1"/>
    <dgm:cxn modelId="{AA1BE0DD-B996-B240-9639-FBC5CA402B10}" type="presOf" srcId="{00F17497-279F-45B7-8D60-93E43FC5127E}" destId="{709D2C8D-5265-6B4A-ADD8-41F134E4FC7F}" srcOrd="0" destOrd="0" presId="urn:microsoft.com/office/officeart/2005/8/layout/hList1"/>
    <dgm:cxn modelId="{B76785E0-AAED-4F9C-B506-0BB7D9083EAC}" srcId="{7F79310B-8255-4C01-A2F4-7047ABAE5ADE}" destId="{B32925A9-1177-4F2A-AB8C-4671DE554461}" srcOrd="1" destOrd="0" parTransId="{69AF6193-2A51-40A6-82E2-482E87EF85C7}" sibTransId="{BCEC0723-31C1-4E5B-AC1A-C0153FEDC836}"/>
    <dgm:cxn modelId="{265363E5-36EF-E44D-81F2-FB44FC9BE0FF}" type="presOf" srcId="{2C5554EF-27FB-3E4F-B032-83DC89BDF87C}" destId="{6A21E061-6EB4-A148-962A-D80065A2C4AA}" srcOrd="0" destOrd="2" presId="urn:microsoft.com/office/officeart/2005/8/layout/hList1"/>
    <dgm:cxn modelId="{8DFA92EF-86D7-4873-9460-DF90221A27C7}" srcId="{7F79310B-8255-4C01-A2F4-7047ABAE5ADE}" destId="{5324EC2A-AAA2-4957-8008-39CF6749EAC9}" srcOrd="2" destOrd="0" parTransId="{A4E903AE-E146-4289-BE37-130869799AAD}" sibTransId="{BC589B12-68B4-4BDA-B2C6-26ED1314EEDB}"/>
    <dgm:cxn modelId="{8220B9FC-9B2C-8A40-AB8A-160E24FE9FBE}" srcId="{51A69D85-CD28-47CA-B0BA-C65D4BF77D24}" destId="{2C5554EF-27FB-3E4F-B032-83DC89BDF87C}" srcOrd="2" destOrd="0" parTransId="{274ED415-DA5E-4241-BF1A-0548E265BA9B}" sibTransId="{E2C8DADE-EB09-E741-8D50-CEC8D03C7D80}"/>
    <dgm:cxn modelId="{02B2189F-0063-3A4F-91E3-71C18CB53D17}" type="presParOf" srcId="{A12AE9E3-71ED-9543-A613-0AA8DC9A2C82}" destId="{0C7E5C94-6DAE-5F45-B1AE-0E3CF52BBF3A}" srcOrd="0" destOrd="0" presId="urn:microsoft.com/office/officeart/2005/8/layout/hList1"/>
    <dgm:cxn modelId="{D4989A49-9E67-7842-B1DA-4DFE92259E32}" type="presParOf" srcId="{0C7E5C94-6DAE-5F45-B1AE-0E3CF52BBF3A}" destId="{808BF6DE-027F-694A-8107-13A637C0B4DF}" srcOrd="0" destOrd="0" presId="urn:microsoft.com/office/officeart/2005/8/layout/hList1"/>
    <dgm:cxn modelId="{4815F944-B5C3-6947-8A29-6C0768B9F3A5}" type="presParOf" srcId="{0C7E5C94-6DAE-5F45-B1AE-0E3CF52BBF3A}" destId="{709D2C8D-5265-6B4A-ADD8-41F134E4FC7F}" srcOrd="1" destOrd="0" presId="urn:microsoft.com/office/officeart/2005/8/layout/hList1"/>
    <dgm:cxn modelId="{BB8B65DD-9C15-4D47-BD74-F1D39FAB4CCC}" type="presParOf" srcId="{A12AE9E3-71ED-9543-A613-0AA8DC9A2C82}" destId="{FC8310BF-9D2F-164C-8C4E-D18DF3A6E846}" srcOrd="1" destOrd="0" presId="urn:microsoft.com/office/officeart/2005/8/layout/hList1"/>
    <dgm:cxn modelId="{9D44BA6D-046A-2349-B529-E03B3258E810}" type="presParOf" srcId="{A12AE9E3-71ED-9543-A613-0AA8DC9A2C82}" destId="{587455FA-9387-FF4E-86D6-38830FB07D14}" srcOrd="2" destOrd="0" presId="urn:microsoft.com/office/officeart/2005/8/layout/hList1"/>
    <dgm:cxn modelId="{7BCB8C40-634A-3945-8FDE-25229120A962}" type="presParOf" srcId="{587455FA-9387-FF4E-86D6-38830FB07D14}" destId="{96FDE24D-0666-3847-9ACD-5921207593A8}" srcOrd="0" destOrd="0" presId="urn:microsoft.com/office/officeart/2005/8/layout/hList1"/>
    <dgm:cxn modelId="{FFA01E86-76CC-1248-85B5-E7A4A5A745DF}" type="presParOf" srcId="{587455FA-9387-FF4E-86D6-38830FB07D14}" destId="{6A21E061-6EB4-A148-962A-D80065A2C4A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999591-3919-4CA2-A667-A171ED5E2FF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9310B-8255-4C01-A2F4-7047ABAE5ADE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Confidence Tracking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3D9CAB3-9C3C-430C-B3B4-F999269DBA9C}" type="parTrans" cxnId="{770C174D-1011-48AA-84CA-309359B0E984}">
      <dgm:prSet/>
      <dgm:spPr/>
      <dgm:t>
        <a:bodyPr/>
        <a:lstStyle/>
        <a:p>
          <a:endParaRPr lang="en-US"/>
        </a:p>
      </dgm:t>
    </dgm:pt>
    <dgm:pt modelId="{028FFCFF-D8BF-4EA3-90AC-755ED5B6AA9D}" type="sibTrans" cxnId="{770C174D-1011-48AA-84CA-309359B0E984}">
      <dgm:prSet/>
      <dgm:spPr/>
      <dgm:t>
        <a:bodyPr/>
        <a:lstStyle/>
        <a:p>
          <a:endParaRPr lang="en-US"/>
        </a:p>
      </dgm:t>
    </dgm:pt>
    <dgm:pt modelId="{00F17497-279F-45B7-8D60-93E43FC5127E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Adds a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confidence counter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to each prediction entry.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252DF5-9AFF-4D13-AB50-F0C18D267013}" type="parTrans" cxnId="{1127759A-E687-4CEF-8D30-296206A0CA78}">
      <dgm:prSet/>
      <dgm:spPr/>
      <dgm:t>
        <a:bodyPr/>
        <a:lstStyle/>
        <a:p>
          <a:endParaRPr lang="en-US"/>
        </a:p>
      </dgm:t>
    </dgm:pt>
    <dgm:pt modelId="{2AC87086-EEFF-4517-BFB3-F15D55C1F5E1}" type="sibTrans" cxnId="{1127759A-E687-4CEF-8D30-296206A0CA78}">
      <dgm:prSet/>
      <dgm:spPr/>
      <dgm:t>
        <a:bodyPr/>
        <a:lstStyle/>
        <a:p>
          <a:endParaRPr lang="en-US"/>
        </a:p>
      </dgm:t>
    </dgm:pt>
    <dgm:pt modelId="{51A69D85-CD28-47CA-B0BA-C65D4BF77D24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Alternate Prediction Path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E6CBA6-8084-4B56-9DE3-F1A363557045}" type="parTrans" cxnId="{9DFB9891-FC21-4445-A207-2255B9803F15}">
      <dgm:prSet/>
      <dgm:spPr/>
      <dgm:t>
        <a:bodyPr/>
        <a:lstStyle/>
        <a:p>
          <a:endParaRPr lang="en-US"/>
        </a:p>
      </dgm:t>
    </dgm:pt>
    <dgm:pt modelId="{3382203C-2238-494E-844A-578D8D3B2D98}" type="sibTrans" cxnId="{9DFB9891-FC21-4445-A207-2255B9803F15}">
      <dgm:prSet/>
      <dgm:spPr/>
      <dgm:t>
        <a:bodyPr/>
        <a:lstStyle/>
        <a:p>
          <a:endParaRPr lang="en-US"/>
        </a:p>
      </dgm:t>
    </dgm:pt>
    <dgm:pt modelId="{B744E6D4-3F30-4FDC-A912-344159FBB0E5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Keeps a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backup prediction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from a shorter-history table.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4575CA-9BE2-46AF-ABC2-E91B0F2C2728}" type="parTrans" cxnId="{7C1706A0-A19F-4347-A5B3-F96F599920EF}">
      <dgm:prSet/>
      <dgm:spPr/>
      <dgm:t>
        <a:bodyPr/>
        <a:lstStyle/>
        <a:p>
          <a:endParaRPr lang="en-US"/>
        </a:p>
      </dgm:t>
    </dgm:pt>
    <dgm:pt modelId="{C5149CD4-577D-4F85-9C82-0BA72C37E6A4}" type="sibTrans" cxnId="{7C1706A0-A19F-4347-A5B3-F96F599920EF}">
      <dgm:prSet/>
      <dgm:spPr/>
      <dgm:t>
        <a:bodyPr/>
        <a:lstStyle/>
        <a:p>
          <a:endParaRPr lang="en-US"/>
        </a:p>
      </dgm:t>
    </dgm:pt>
    <dgm:pt modelId="{6B227744-A4B2-CC4D-AAEB-5AA5DF0BCB51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Tracks whether predictions are </a:t>
          </a:r>
          <a:r>
            <a:rPr lang="en-GB" b="1">
              <a:latin typeface="Calibri" panose="020F0502020204030204" pitchFamily="34" charset="0"/>
              <a:cs typeface="Calibri" panose="020F0502020204030204" pitchFamily="34" charset="0"/>
            </a:rPr>
            <a:t>consistently accurate</a:t>
          </a:r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FE6BECD-7543-B843-9358-E2D478B7B01B}" type="parTrans" cxnId="{206DEDE0-DFAE-AE41-BD9B-729A5AF4843E}">
      <dgm:prSet/>
      <dgm:spPr/>
      <dgm:t>
        <a:bodyPr/>
        <a:lstStyle/>
        <a:p>
          <a:endParaRPr lang="en-GB"/>
        </a:p>
      </dgm:t>
    </dgm:pt>
    <dgm:pt modelId="{5EB80148-58A1-A64B-B782-F328F4D83165}" type="sibTrans" cxnId="{206DEDE0-DFAE-AE41-BD9B-729A5AF4843E}">
      <dgm:prSet/>
      <dgm:spPr/>
      <dgm:t>
        <a:bodyPr/>
        <a:lstStyle/>
        <a:p>
          <a:endParaRPr lang="en-GB"/>
        </a:p>
      </dgm:t>
    </dgm:pt>
    <dgm:pt modelId="{00E85841-2236-D343-BB73-A23BB7E7F858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Helps decide whether to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trust a weak prediction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or defer to alternate.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194FC48-5AD9-8F4D-9F65-DDE4940CADC0}" type="parTrans" cxnId="{28C5C854-E5DC-7F40-A457-E8E19AC85EE5}">
      <dgm:prSet/>
      <dgm:spPr/>
      <dgm:t>
        <a:bodyPr/>
        <a:lstStyle/>
        <a:p>
          <a:endParaRPr lang="en-GB"/>
        </a:p>
      </dgm:t>
    </dgm:pt>
    <dgm:pt modelId="{912827A7-CF45-184B-91F0-C550D92363E5}" type="sibTrans" cxnId="{28C5C854-E5DC-7F40-A457-E8E19AC85EE5}">
      <dgm:prSet/>
      <dgm:spPr/>
      <dgm:t>
        <a:bodyPr/>
        <a:lstStyle/>
        <a:p>
          <a:endParaRPr lang="en-GB"/>
        </a:p>
      </dgm:t>
    </dgm:pt>
    <dgm:pt modelId="{929C209A-4319-ED4B-B05D-24DE73BABB03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Used when the primary (longest-history) prediction is </a:t>
          </a:r>
          <a:r>
            <a:rPr lang="en-GB" b="1">
              <a:latin typeface="Calibri" panose="020F0502020204030204" pitchFamily="34" charset="0"/>
              <a:cs typeface="Calibri" panose="020F0502020204030204" pitchFamily="34" charset="0"/>
            </a:rPr>
            <a:t>weak or low-confidence</a:t>
          </a:r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3C67F90-1C96-5C4B-9819-A86291D82D1B}" type="parTrans" cxnId="{D72D27AD-B1F8-3F40-9CEA-340BAD8C36BB}">
      <dgm:prSet/>
      <dgm:spPr/>
      <dgm:t>
        <a:bodyPr/>
        <a:lstStyle/>
        <a:p>
          <a:endParaRPr lang="en-GB"/>
        </a:p>
      </dgm:t>
    </dgm:pt>
    <dgm:pt modelId="{002F9307-9690-BF4F-B2F7-AF31601E8A5B}" type="sibTrans" cxnId="{D72D27AD-B1F8-3F40-9CEA-340BAD8C36BB}">
      <dgm:prSet/>
      <dgm:spPr/>
      <dgm:t>
        <a:bodyPr/>
        <a:lstStyle/>
        <a:p>
          <a:endParaRPr lang="en-GB"/>
        </a:p>
      </dgm:t>
    </dgm:pt>
    <dgm:pt modelId="{EFC9E9FC-AABD-C743-86B4-7D8CB5E38D4E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Alt-selector counter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learns when the alternate path is more trustworthy.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957ABB2-0A3C-2F41-85A1-5C1E9C2965A9}" type="parTrans" cxnId="{544819B2-DB88-7349-8CA3-244C0714735C}">
      <dgm:prSet/>
      <dgm:spPr/>
      <dgm:t>
        <a:bodyPr/>
        <a:lstStyle/>
        <a:p>
          <a:endParaRPr lang="en-GB"/>
        </a:p>
      </dgm:t>
    </dgm:pt>
    <dgm:pt modelId="{98051EF8-9C69-284B-B925-E3A386B0E640}" type="sibTrans" cxnId="{544819B2-DB88-7349-8CA3-244C0714735C}">
      <dgm:prSet/>
      <dgm:spPr/>
      <dgm:t>
        <a:bodyPr/>
        <a:lstStyle/>
        <a:p>
          <a:endParaRPr lang="en-GB"/>
        </a:p>
      </dgm:t>
    </dgm:pt>
    <dgm:pt modelId="{A12AE9E3-71ED-9543-A613-0AA8DC9A2C82}" type="pres">
      <dgm:prSet presAssocID="{1D999591-3919-4CA2-A667-A171ED5E2FF0}" presName="Name0" presStyleCnt="0">
        <dgm:presLayoutVars>
          <dgm:dir/>
          <dgm:animLvl val="lvl"/>
          <dgm:resizeHandles val="exact"/>
        </dgm:presLayoutVars>
      </dgm:prSet>
      <dgm:spPr/>
    </dgm:pt>
    <dgm:pt modelId="{0C7E5C94-6DAE-5F45-B1AE-0E3CF52BBF3A}" type="pres">
      <dgm:prSet presAssocID="{7F79310B-8255-4C01-A2F4-7047ABAE5ADE}" presName="composite" presStyleCnt="0"/>
      <dgm:spPr/>
    </dgm:pt>
    <dgm:pt modelId="{808BF6DE-027F-694A-8107-13A637C0B4DF}" type="pres">
      <dgm:prSet presAssocID="{7F79310B-8255-4C01-A2F4-7047ABAE5AD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09D2C8D-5265-6B4A-ADD8-41F134E4FC7F}" type="pres">
      <dgm:prSet presAssocID="{7F79310B-8255-4C01-A2F4-7047ABAE5ADE}" presName="desTx" presStyleLbl="alignAccFollowNode1" presStyleIdx="0" presStyleCnt="2">
        <dgm:presLayoutVars>
          <dgm:bulletEnabled val="1"/>
        </dgm:presLayoutVars>
      </dgm:prSet>
      <dgm:spPr/>
    </dgm:pt>
    <dgm:pt modelId="{FC8310BF-9D2F-164C-8C4E-D18DF3A6E846}" type="pres">
      <dgm:prSet presAssocID="{028FFCFF-D8BF-4EA3-90AC-755ED5B6AA9D}" presName="space" presStyleCnt="0"/>
      <dgm:spPr/>
    </dgm:pt>
    <dgm:pt modelId="{587455FA-9387-FF4E-86D6-38830FB07D14}" type="pres">
      <dgm:prSet presAssocID="{51A69D85-CD28-47CA-B0BA-C65D4BF77D24}" presName="composite" presStyleCnt="0"/>
      <dgm:spPr/>
    </dgm:pt>
    <dgm:pt modelId="{96FDE24D-0666-3847-9ACD-5921207593A8}" type="pres">
      <dgm:prSet presAssocID="{51A69D85-CD28-47CA-B0BA-C65D4BF77D2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A21E061-6EB4-A148-962A-D80065A2C4AA}" type="pres">
      <dgm:prSet presAssocID="{51A69D85-CD28-47CA-B0BA-C65D4BF77D2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70C174D-1011-48AA-84CA-309359B0E984}" srcId="{1D999591-3919-4CA2-A667-A171ED5E2FF0}" destId="{7F79310B-8255-4C01-A2F4-7047ABAE5ADE}" srcOrd="0" destOrd="0" parTransId="{A3D9CAB3-9C3C-430C-B3B4-F999269DBA9C}" sibTransId="{028FFCFF-D8BF-4EA3-90AC-755ED5B6AA9D}"/>
    <dgm:cxn modelId="{28C5C854-E5DC-7F40-A457-E8E19AC85EE5}" srcId="{7F79310B-8255-4C01-A2F4-7047ABAE5ADE}" destId="{00E85841-2236-D343-BB73-A23BB7E7F858}" srcOrd="2" destOrd="0" parTransId="{6194FC48-5AD9-8F4D-9F65-DDE4940CADC0}" sibTransId="{912827A7-CF45-184B-91F0-C550D92363E5}"/>
    <dgm:cxn modelId="{D4BDF664-6783-B642-8DB1-638E9EA65AF9}" type="presOf" srcId="{EFC9E9FC-AABD-C743-86B4-7D8CB5E38D4E}" destId="{6A21E061-6EB4-A148-962A-D80065A2C4AA}" srcOrd="0" destOrd="2" presId="urn:microsoft.com/office/officeart/2005/8/layout/hList1"/>
    <dgm:cxn modelId="{FC4FAE6F-D465-4445-BB08-591EA7CB4BA2}" type="presOf" srcId="{00E85841-2236-D343-BB73-A23BB7E7F858}" destId="{709D2C8D-5265-6B4A-ADD8-41F134E4FC7F}" srcOrd="0" destOrd="2" presId="urn:microsoft.com/office/officeart/2005/8/layout/hList1"/>
    <dgm:cxn modelId="{A73D5D71-09BD-6644-B628-532FD8719910}" type="presOf" srcId="{6B227744-A4B2-CC4D-AAEB-5AA5DF0BCB51}" destId="{709D2C8D-5265-6B4A-ADD8-41F134E4FC7F}" srcOrd="0" destOrd="1" presId="urn:microsoft.com/office/officeart/2005/8/layout/hList1"/>
    <dgm:cxn modelId="{ED8E1D87-EFC7-6846-A4B9-4A6EF6F0DF7B}" type="presOf" srcId="{B744E6D4-3F30-4FDC-A912-344159FBB0E5}" destId="{6A21E061-6EB4-A148-962A-D80065A2C4AA}" srcOrd="0" destOrd="0" presId="urn:microsoft.com/office/officeart/2005/8/layout/hList1"/>
    <dgm:cxn modelId="{4C3A2987-E9D2-CC48-9FC4-F257FF677546}" type="presOf" srcId="{929C209A-4319-ED4B-B05D-24DE73BABB03}" destId="{6A21E061-6EB4-A148-962A-D80065A2C4AA}" srcOrd="0" destOrd="1" presId="urn:microsoft.com/office/officeart/2005/8/layout/hList1"/>
    <dgm:cxn modelId="{9DFB9891-FC21-4445-A207-2255B9803F15}" srcId="{1D999591-3919-4CA2-A667-A171ED5E2FF0}" destId="{51A69D85-CD28-47CA-B0BA-C65D4BF77D24}" srcOrd="1" destOrd="0" parTransId="{63E6CBA6-8084-4B56-9DE3-F1A363557045}" sibTransId="{3382203C-2238-494E-844A-578D8D3B2D98}"/>
    <dgm:cxn modelId="{1127759A-E687-4CEF-8D30-296206A0CA78}" srcId="{7F79310B-8255-4C01-A2F4-7047ABAE5ADE}" destId="{00F17497-279F-45B7-8D60-93E43FC5127E}" srcOrd="0" destOrd="0" parTransId="{09252DF5-9AFF-4D13-AB50-F0C18D267013}" sibTransId="{2AC87086-EEFF-4517-BFB3-F15D55C1F5E1}"/>
    <dgm:cxn modelId="{7C1706A0-A19F-4347-A5B3-F96F599920EF}" srcId="{51A69D85-CD28-47CA-B0BA-C65D4BF77D24}" destId="{B744E6D4-3F30-4FDC-A912-344159FBB0E5}" srcOrd="0" destOrd="0" parTransId="{684575CA-9BE2-46AF-ABC2-E91B0F2C2728}" sibTransId="{C5149CD4-577D-4F85-9C82-0BA72C37E6A4}"/>
    <dgm:cxn modelId="{D72D27AD-B1F8-3F40-9CEA-340BAD8C36BB}" srcId="{51A69D85-CD28-47CA-B0BA-C65D4BF77D24}" destId="{929C209A-4319-ED4B-B05D-24DE73BABB03}" srcOrd="1" destOrd="0" parTransId="{F3C67F90-1C96-5C4B-9819-A86291D82D1B}" sibTransId="{002F9307-9690-BF4F-B2F7-AF31601E8A5B}"/>
    <dgm:cxn modelId="{FD2C92AD-08C2-C249-8771-6C42EF304A95}" type="presOf" srcId="{7F79310B-8255-4C01-A2F4-7047ABAE5ADE}" destId="{808BF6DE-027F-694A-8107-13A637C0B4DF}" srcOrd="0" destOrd="0" presId="urn:microsoft.com/office/officeart/2005/8/layout/hList1"/>
    <dgm:cxn modelId="{BB453EAE-CAE4-5B4C-A1ED-EE240A061F98}" type="presOf" srcId="{51A69D85-CD28-47CA-B0BA-C65D4BF77D24}" destId="{96FDE24D-0666-3847-9ACD-5921207593A8}" srcOrd="0" destOrd="0" presId="urn:microsoft.com/office/officeart/2005/8/layout/hList1"/>
    <dgm:cxn modelId="{544819B2-DB88-7349-8CA3-244C0714735C}" srcId="{51A69D85-CD28-47CA-B0BA-C65D4BF77D24}" destId="{EFC9E9FC-AABD-C743-86B4-7D8CB5E38D4E}" srcOrd="2" destOrd="0" parTransId="{1957ABB2-0A3C-2F41-85A1-5C1E9C2965A9}" sibTransId="{98051EF8-9C69-284B-B925-E3A386B0E640}"/>
    <dgm:cxn modelId="{28808FDC-8E13-F945-94D0-E59473DD6F05}" type="presOf" srcId="{1D999591-3919-4CA2-A667-A171ED5E2FF0}" destId="{A12AE9E3-71ED-9543-A613-0AA8DC9A2C82}" srcOrd="0" destOrd="0" presId="urn:microsoft.com/office/officeart/2005/8/layout/hList1"/>
    <dgm:cxn modelId="{AA1BE0DD-B996-B240-9639-FBC5CA402B10}" type="presOf" srcId="{00F17497-279F-45B7-8D60-93E43FC5127E}" destId="{709D2C8D-5265-6B4A-ADD8-41F134E4FC7F}" srcOrd="0" destOrd="0" presId="urn:microsoft.com/office/officeart/2005/8/layout/hList1"/>
    <dgm:cxn modelId="{206DEDE0-DFAE-AE41-BD9B-729A5AF4843E}" srcId="{7F79310B-8255-4C01-A2F4-7047ABAE5ADE}" destId="{6B227744-A4B2-CC4D-AAEB-5AA5DF0BCB51}" srcOrd="1" destOrd="0" parTransId="{5FE6BECD-7543-B843-9358-E2D478B7B01B}" sibTransId="{5EB80148-58A1-A64B-B782-F328F4D83165}"/>
    <dgm:cxn modelId="{02B2189F-0063-3A4F-91E3-71C18CB53D17}" type="presParOf" srcId="{A12AE9E3-71ED-9543-A613-0AA8DC9A2C82}" destId="{0C7E5C94-6DAE-5F45-B1AE-0E3CF52BBF3A}" srcOrd="0" destOrd="0" presId="urn:microsoft.com/office/officeart/2005/8/layout/hList1"/>
    <dgm:cxn modelId="{D4989A49-9E67-7842-B1DA-4DFE92259E32}" type="presParOf" srcId="{0C7E5C94-6DAE-5F45-B1AE-0E3CF52BBF3A}" destId="{808BF6DE-027F-694A-8107-13A637C0B4DF}" srcOrd="0" destOrd="0" presId="urn:microsoft.com/office/officeart/2005/8/layout/hList1"/>
    <dgm:cxn modelId="{4815F944-B5C3-6947-8A29-6C0768B9F3A5}" type="presParOf" srcId="{0C7E5C94-6DAE-5F45-B1AE-0E3CF52BBF3A}" destId="{709D2C8D-5265-6B4A-ADD8-41F134E4FC7F}" srcOrd="1" destOrd="0" presId="urn:microsoft.com/office/officeart/2005/8/layout/hList1"/>
    <dgm:cxn modelId="{BB8B65DD-9C15-4D47-BD74-F1D39FAB4CCC}" type="presParOf" srcId="{A12AE9E3-71ED-9543-A613-0AA8DC9A2C82}" destId="{FC8310BF-9D2F-164C-8C4E-D18DF3A6E846}" srcOrd="1" destOrd="0" presId="urn:microsoft.com/office/officeart/2005/8/layout/hList1"/>
    <dgm:cxn modelId="{9D44BA6D-046A-2349-B529-E03B3258E810}" type="presParOf" srcId="{A12AE9E3-71ED-9543-A613-0AA8DC9A2C82}" destId="{587455FA-9387-FF4E-86D6-38830FB07D14}" srcOrd="2" destOrd="0" presId="urn:microsoft.com/office/officeart/2005/8/layout/hList1"/>
    <dgm:cxn modelId="{7BCB8C40-634A-3945-8FDE-25229120A962}" type="presParOf" srcId="{587455FA-9387-FF4E-86D6-38830FB07D14}" destId="{96FDE24D-0666-3847-9ACD-5921207593A8}" srcOrd="0" destOrd="0" presId="urn:microsoft.com/office/officeart/2005/8/layout/hList1"/>
    <dgm:cxn modelId="{FFA01E86-76CC-1248-85B5-E7A4A5A745DF}" type="presParOf" srcId="{587455FA-9387-FF4E-86D6-38830FB07D14}" destId="{6A21E061-6EB4-A148-962A-D80065A2C4A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999591-3919-4CA2-A667-A171ED5E2FF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9310B-8255-4C01-A2F4-7047ABAE5ADE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Useful Bit Aging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3D9CAB3-9C3C-430C-B3B4-F999269DBA9C}" type="parTrans" cxnId="{770C174D-1011-48AA-84CA-309359B0E984}">
      <dgm:prSet/>
      <dgm:spPr/>
      <dgm:t>
        <a:bodyPr/>
        <a:lstStyle/>
        <a:p>
          <a:endParaRPr lang="en-US"/>
        </a:p>
      </dgm:t>
    </dgm:pt>
    <dgm:pt modelId="{028FFCFF-D8BF-4EA3-90AC-755ED5B6AA9D}" type="sibTrans" cxnId="{770C174D-1011-48AA-84CA-309359B0E984}">
      <dgm:prSet/>
      <dgm:spPr/>
      <dgm:t>
        <a:bodyPr/>
        <a:lstStyle/>
        <a:p>
          <a:endParaRPr lang="en-US"/>
        </a:p>
      </dgm:t>
    </dgm:pt>
    <dgm:pt modelId="{00F17497-279F-45B7-8D60-93E43FC5127E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Each TAGE entry has a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“useful” bit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to mark helpful entries.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252DF5-9AFF-4D13-AB50-F0C18D267013}" type="parTrans" cxnId="{1127759A-E687-4CEF-8D30-296206A0CA78}">
      <dgm:prSet/>
      <dgm:spPr/>
      <dgm:t>
        <a:bodyPr/>
        <a:lstStyle/>
        <a:p>
          <a:endParaRPr lang="en-US"/>
        </a:p>
      </dgm:t>
    </dgm:pt>
    <dgm:pt modelId="{2AC87086-EEFF-4517-BFB3-F15D55C1F5E1}" type="sibTrans" cxnId="{1127759A-E687-4CEF-8D30-296206A0CA78}">
      <dgm:prSet/>
      <dgm:spPr/>
      <dgm:t>
        <a:bodyPr/>
        <a:lstStyle/>
        <a:p>
          <a:endParaRPr lang="en-US"/>
        </a:p>
      </dgm:t>
    </dgm:pt>
    <dgm:pt modelId="{51A69D85-CD28-47CA-B0BA-C65D4BF77D24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Loop Bias Tracker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E6CBA6-8084-4B56-9DE3-F1A363557045}" type="parTrans" cxnId="{9DFB9891-FC21-4445-A207-2255B9803F15}">
      <dgm:prSet/>
      <dgm:spPr/>
      <dgm:t>
        <a:bodyPr/>
        <a:lstStyle/>
        <a:p>
          <a:endParaRPr lang="en-US"/>
        </a:p>
      </dgm:t>
    </dgm:pt>
    <dgm:pt modelId="{3382203C-2238-494E-844A-578D8D3B2D98}" type="sibTrans" cxnId="{9DFB9891-FC21-4445-A207-2255B9803F15}">
      <dgm:prSet/>
      <dgm:spPr/>
      <dgm:t>
        <a:bodyPr/>
        <a:lstStyle/>
        <a:p>
          <a:endParaRPr lang="en-US"/>
        </a:p>
      </dgm:t>
    </dgm:pt>
    <dgm:pt modelId="{B744E6D4-3F30-4FDC-A912-344159FBB0E5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Tracks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historical taken ratio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of a conditional branch.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4575CA-9BE2-46AF-ABC2-E91B0F2C2728}" type="parTrans" cxnId="{7C1706A0-A19F-4347-A5B3-F96F599920EF}">
      <dgm:prSet/>
      <dgm:spPr/>
      <dgm:t>
        <a:bodyPr/>
        <a:lstStyle/>
        <a:p>
          <a:endParaRPr lang="en-US"/>
        </a:p>
      </dgm:t>
    </dgm:pt>
    <dgm:pt modelId="{C5149CD4-577D-4F85-9C82-0BA72C37E6A4}" type="sibTrans" cxnId="{7C1706A0-A19F-4347-A5B3-F96F599920EF}">
      <dgm:prSet/>
      <dgm:spPr/>
      <dgm:t>
        <a:bodyPr/>
        <a:lstStyle/>
        <a:p>
          <a:endParaRPr lang="en-US"/>
        </a:p>
      </dgm:t>
    </dgm:pt>
    <dgm:pt modelId="{D425F1E4-470F-2C41-B3DC-11591B650B22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Periodically reset (aged out) to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free up stale or unused entries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71124CC-C712-6C49-A2F8-7339E6ACD191}" type="parTrans" cxnId="{7B208DBD-A5D8-9C4C-B141-7FB83CE83995}">
      <dgm:prSet/>
      <dgm:spPr/>
      <dgm:t>
        <a:bodyPr/>
        <a:lstStyle/>
        <a:p>
          <a:endParaRPr lang="en-GB"/>
        </a:p>
      </dgm:t>
    </dgm:pt>
    <dgm:pt modelId="{12319D95-E380-FB47-B318-D601CCAE769B}" type="sibTrans" cxnId="{7B208DBD-A5D8-9C4C-B141-7FB83CE83995}">
      <dgm:prSet/>
      <dgm:spPr/>
      <dgm:t>
        <a:bodyPr/>
        <a:lstStyle/>
        <a:p>
          <a:endParaRPr lang="en-GB"/>
        </a:p>
      </dgm:t>
    </dgm:pt>
    <dgm:pt modelId="{73EDCB32-267F-2B40-8915-829B945A31A9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Ensures tables don’t get filled with outdated predictors.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9A7D093-35B8-2646-8BBA-857C6C164D70}" type="parTrans" cxnId="{2B0F0889-02CA-B64B-8B62-C0CA4DD90C48}">
      <dgm:prSet/>
      <dgm:spPr/>
      <dgm:t>
        <a:bodyPr/>
        <a:lstStyle/>
        <a:p>
          <a:endParaRPr lang="en-GB"/>
        </a:p>
      </dgm:t>
    </dgm:pt>
    <dgm:pt modelId="{D07C2863-845A-6748-B596-B2F3A6B3CA63}" type="sibTrans" cxnId="{2B0F0889-02CA-B64B-8B62-C0CA4DD90C48}">
      <dgm:prSet/>
      <dgm:spPr/>
      <dgm:t>
        <a:bodyPr/>
        <a:lstStyle/>
        <a:p>
          <a:endParaRPr lang="en-GB"/>
        </a:p>
      </dgm:t>
    </dgm:pt>
    <dgm:pt modelId="{38E79E09-2118-A244-87B4-D875A8468A7D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If a branch is </a:t>
          </a:r>
          <a:r>
            <a:rPr lang="en-GB" b="1">
              <a:latin typeface="Calibri" panose="020F0502020204030204" pitchFamily="34" charset="0"/>
              <a:cs typeface="Calibri" panose="020F0502020204030204" pitchFamily="34" charset="0"/>
            </a:rPr>
            <a:t>taken 90%+ of the time</a:t>
          </a:r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, it's predicted as taken without TAGE logic.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64581AA-EBFC-914D-A713-2DC73B239E77}" type="parTrans" cxnId="{EF620E84-8500-8247-B255-FB84F6063F57}">
      <dgm:prSet/>
      <dgm:spPr/>
      <dgm:t>
        <a:bodyPr/>
        <a:lstStyle/>
        <a:p>
          <a:endParaRPr lang="en-GB"/>
        </a:p>
      </dgm:t>
    </dgm:pt>
    <dgm:pt modelId="{FE692113-A40F-AF44-8E9F-0E6781EC4AD3}" type="sibTrans" cxnId="{EF620E84-8500-8247-B255-FB84F6063F57}">
      <dgm:prSet/>
      <dgm:spPr/>
      <dgm:t>
        <a:bodyPr/>
        <a:lstStyle/>
        <a:p>
          <a:endParaRPr lang="en-GB"/>
        </a:p>
      </dgm:t>
    </dgm:pt>
    <dgm:pt modelId="{74E475EB-6C03-EC41-A4BA-942216E3B47B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Lightweight alternative to full loop-count prediction —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less overhead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8B12431-117B-6C43-BB97-9BCEB158866C}" type="parTrans" cxnId="{CBF8899B-1BBC-4B4E-ADBF-F327E7AD52CF}">
      <dgm:prSet/>
      <dgm:spPr/>
      <dgm:t>
        <a:bodyPr/>
        <a:lstStyle/>
        <a:p>
          <a:endParaRPr lang="en-GB"/>
        </a:p>
      </dgm:t>
    </dgm:pt>
    <dgm:pt modelId="{68365DCF-6091-8A40-A6D4-4FF75B9D1BED}" type="sibTrans" cxnId="{CBF8899B-1BBC-4B4E-ADBF-F327E7AD52CF}">
      <dgm:prSet/>
      <dgm:spPr/>
      <dgm:t>
        <a:bodyPr/>
        <a:lstStyle/>
        <a:p>
          <a:endParaRPr lang="en-GB"/>
        </a:p>
      </dgm:t>
    </dgm:pt>
    <dgm:pt modelId="{A12AE9E3-71ED-9543-A613-0AA8DC9A2C82}" type="pres">
      <dgm:prSet presAssocID="{1D999591-3919-4CA2-A667-A171ED5E2FF0}" presName="Name0" presStyleCnt="0">
        <dgm:presLayoutVars>
          <dgm:dir/>
          <dgm:animLvl val="lvl"/>
          <dgm:resizeHandles val="exact"/>
        </dgm:presLayoutVars>
      </dgm:prSet>
      <dgm:spPr/>
    </dgm:pt>
    <dgm:pt modelId="{0C7E5C94-6DAE-5F45-B1AE-0E3CF52BBF3A}" type="pres">
      <dgm:prSet presAssocID="{7F79310B-8255-4C01-A2F4-7047ABAE5ADE}" presName="composite" presStyleCnt="0"/>
      <dgm:spPr/>
    </dgm:pt>
    <dgm:pt modelId="{808BF6DE-027F-694A-8107-13A637C0B4DF}" type="pres">
      <dgm:prSet presAssocID="{7F79310B-8255-4C01-A2F4-7047ABAE5AD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09D2C8D-5265-6B4A-ADD8-41F134E4FC7F}" type="pres">
      <dgm:prSet presAssocID="{7F79310B-8255-4C01-A2F4-7047ABAE5ADE}" presName="desTx" presStyleLbl="alignAccFollowNode1" presStyleIdx="0" presStyleCnt="2">
        <dgm:presLayoutVars>
          <dgm:bulletEnabled val="1"/>
        </dgm:presLayoutVars>
      </dgm:prSet>
      <dgm:spPr/>
    </dgm:pt>
    <dgm:pt modelId="{FC8310BF-9D2F-164C-8C4E-D18DF3A6E846}" type="pres">
      <dgm:prSet presAssocID="{028FFCFF-D8BF-4EA3-90AC-755ED5B6AA9D}" presName="space" presStyleCnt="0"/>
      <dgm:spPr/>
    </dgm:pt>
    <dgm:pt modelId="{587455FA-9387-FF4E-86D6-38830FB07D14}" type="pres">
      <dgm:prSet presAssocID="{51A69D85-CD28-47CA-B0BA-C65D4BF77D24}" presName="composite" presStyleCnt="0"/>
      <dgm:spPr/>
    </dgm:pt>
    <dgm:pt modelId="{96FDE24D-0666-3847-9ACD-5921207593A8}" type="pres">
      <dgm:prSet presAssocID="{51A69D85-CD28-47CA-B0BA-C65D4BF77D2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A21E061-6EB4-A148-962A-D80065A2C4AA}" type="pres">
      <dgm:prSet presAssocID="{51A69D85-CD28-47CA-B0BA-C65D4BF77D2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61CBF26-96E7-2F41-8834-ED57BEC8E4B0}" type="presOf" srcId="{73EDCB32-267F-2B40-8915-829B945A31A9}" destId="{709D2C8D-5265-6B4A-ADD8-41F134E4FC7F}" srcOrd="0" destOrd="2" presId="urn:microsoft.com/office/officeart/2005/8/layout/hList1"/>
    <dgm:cxn modelId="{06E0492F-3554-F64B-93B0-E8167DEE7563}" type="presOf" srcId="{D425F1E4-470F-2C41-B3DC-11591B650B22}" destId="{709D2C8D-5265-6B4A-ADD8-41F134E4FC7F}" srcOrd="0" destOrd="1" presId="urn:microsoft.com/office/officeart/2005/8/layout/hList1"/>
    <dgm:cxn modelId="{3893D13E-70BE-D74D-B4AB-8B2B6E8BAC9D}" type="presOf" srcId="{38E79E09-2118-A244-87B4-D875A8468A7D}" destId="{6A21E061-6EB4-A148-962A-D80065A2C4AA}" srcOrd="0" destOrd="1" presId="urn:microsoft.com/office/officeart/2005/8/layout/hList1"/>
    <dgm:cxn modelId="{770C174D-1011-48AA-84CA-309359B0E984}" srcId="{1D999591-3919-4CA2-A667-A171ED5E2FF0}" destId="{7F79310B-8255-4C01-A2F4-7047ABAE5ADE}" srcOrd="0" destOrd="0" parTransId="{A3D9CAB3-9C3C-430C-B3B4-F999269DBA9C}" sibTransId="{028FFCFF-D8BF-4EA3-90AC-755ED5B6AA9D}"/>
    <dgm:cxn modelId="{EF620E84-8500-8247-B255-FB84F6063F57}" srcId="{51A69D85-CD28-47CA-B0BA-C65D4BF77D24}" destId="{38E79E09-2118-A244-87B4-D875A8468A7D}" srcOrd="1" destOrd="0" parTransId="{964581AA-EBFC-914D-A713-2DC73B239E77}" sibTransId="{FE692113-A40F-AF44-8E9F-0E6781EC4AD3}"/>
    <dgm:cxn modelId="{ED8E1D87-EFC7-6846-A4B9-4A6EF6F0DF7B}" type="presOf" srcId="{B744E6D4-3F30-4FDC-A912-344159FBB0E5}" destId="{6A21E061-6EB4-A148-962A-D80065A2C4AA}" srcOrd="0" destOrd="0" presId="urn:microsoft.com/office/officeart/2005/8/layout/hList1"/>
    <dgm:cxn modelId="{2B0F0889-02CA-B64B-8B62-C0CA4DD90C48}" srcId="{7F79310B-8255-4C01-A2F4-7047ABAE5ADE}" destId="{73EDCB32-267F-2B40-8915-829B945A31A9}" srcOrd="2" destOrd="0" parTransId="{59A7D093-35B8-2646-8BBA-857C6C164D70}" sibTransId="{D07C2863-845A-6748-B596-B2F3A6B3CA63}"/>
    <dgm:cxn modelId="{9DFB9891-FC21-4445-A207-2255B9803F15}" srcId="{1D999591-3919-4CA2-A667-A171ED5E2FF0}" destId="{51A69D85-CD28-47CA-B0BA-C65D4BF77D24}" srcOrd="1" destOrd="0" parTransId="{63E6CBA6-8084-4B56-9DE3-F1A363557045}" sibTransId="{3382203C-2238-494E-844A-578D8D3B2D98}"/>
    <dgm:cxn modelId="{1127759A-E687-4CEF-8D30-296206A0CA78}" srcId="{7F79310B-8255-4C01-A2F4-7047ABAE5ADE}" destId="{00F17497-279F-45B7-8D60-93E43FC5127E}" srcOrd="0" destOrd="0" parTransId="{09252DF5-9AFF-4D13-AB50-F0C18D267013}" sibTransId="{2AC87086-EEFF-4517-BFB3-F15D55C1F5E1}"/>
    <dgm:cxn modelId="{CBF8899B-1BBC-4B4E-ADBF-F327E7AD52CF}" srcId="{51A69D85-CD28-47CA-B0BA-C65D4BF77D24}" destId="{74E475EB-6C03-EC41-A4BA-942216E3B47B}" srcOrd="2" destOrd="0" parTransId="{58B12431-117B-6C43-BB97-9BCEB158866C}" sibTransId="{68365DCF-6091-8A40-A6D4-4FF75B9D1BED}"/>
    <dgm:cxn modelId="{7C1706A0-A19F-4347-A5B3-F96F599920EF}" srcId="{51A69D85-CD28-47CA-B0BA-C65D4BF77D24}" destId="{B744E6D4-3F30-4FDC-A912-344159FBB0E5}" srcOrd="0" destOrd="0" parTransId="{684575CA-9BE2-46AF-ABC2-E91B0F2C2728}" sibTransId="{C5149CD4-577D-4F85-9C82-0BA72C37E6A4}"/>
    <dgm:cxn modelId="{FD2C92AD-08C2-C249-8771-6C42EF304A95}" type="presOf" srcId="{7F79310B-8255-4C01-A2F4-7047ABAE5ADE}" destId="{808BF6DE-027F-694A-8107-13A637C0B4DF}" srcOrd="0" destOrd="0" presId="urn:microsoft.com/office/officeart/2005/8/layout/hList1"/>
    <dgm:cxn modelId="{BB453EAE-CAE4-5B4C-A1ED-EE240A061F98}" type="presOf" srcId="{51A69D85-CD28-47CA-B0BA-C65D4BF77D24}" destId="{96FDE24D-0666-3847-9ACD-5921207593A8}" srcOrd="0" destOrd="0" presId="urn:microsoft.com/office/officeart/2005/8/layout/hList1"/>
    <dgm:cxn modelId="{7B208DBD-A5D8-9C4C-B141-7FB83CE83995}" srcId="{7F79310B-8255-4C01-A2F4-7047ABAE5ADE}" destId="{D425F1E4-470F-2C41-B3DC-11591B650B22}" srcOrd="1" destOrd="0" parTransId="{371124CC-C712-6C49-A2F8-7339E6ACD191}" sibTransId="{12319D95-E380-FB47-B318-D601CCAE769B}"/>
    <dgm:cxn modelId="{B52A61D0-9235-8044-8A16-48391593D016}" type="presOf" srcId="{74E475EB-6C03-EC41-A4BA-942216E3B47B}" destId="{6A21E061-6EB4-A148-962A-D80065A2C4AA}" srcOrd="0" destOrd="2" presId="urn:microsoft.com/office/officeart/2005/8/layout/hList1"/>
    <dgm:cxn modelId="{28808FDC-8E13-F945-94D0-E59473DD6F05}" type="presOf" srcId="{1D999591-3919-4CA2-A667-A171ED5E2FF0}" destId="{A12AE9E3-71ED-9543-A613-0AA8DC9A2C82}" srcOrd="0" destOrd="0" presId="urn:microsoft.com/office/officeart/2005/8/layout/hList1"/>
    <dgm:cxn modelId="{AA1BE0DD-B996-B240-9639-FBC5CA402B10}" type="presOf" srcId="{00F17497-279F-45B7-8D60-93E43FC5127E}" destId="{709D2C8D-5265-6B4A-ADD8-41F134E4FC7F}" srcOrd="0" destOrd="0" presId="urn:microsoft.com/office/officeart/2005/8/layout/hList1"/>
    <dgm:cxn modelId="{02B2189F-0063-3A4F-91E3-71C18CB53D17}" type="presParOf" srcId="{A12AE9E3-71ED-9543-A613-0AA8DC9A2C82}" destId="{0C7E5C94-6DAE-5F45-B1AE-0E3CF52BBF3A}" srcOrd="0" destOrd="0" presId="urn:microsoft.com/office/officeart/2005/8/layout/hList1"/>
    <dgm:cxn modelId="{D4989A49-9E67-7842-B1DA-4DFE92259E32}" type="presParOf" srcId="{0C7E5C94-6DAE-5F45-B1AE-0E3CF52BBF3A}" destId="{808BF6DE-027F-694A-8107-13A637C0B4DF}" srcOrd="0" destOrd="0" presId="urn:microsoft.com/office/officeart/2005/8/layout/hList1"/>
    <dgm:cxn modelId="{4815F944-B5C3-6947-8A29-6C0768B9F3A5}" type="presParOf" srcId="{0C7E5C94-6DAE-5F45-B1AE-0E3CF52BBF3A}" destId="{709D2C8D-5265-6B4A-ADD8-41F134E4FC7F}" srcOrd="1" destOrd="0" presId="urn:microsoft.com/office/officeart/2005/8/layout/hList1"/>
    <dgm:cxn modelId="{BB8B65DD-9C15-4D47-BD74-F1D39FAB4CCC}" type="presParOf" srcId="{A12AE9E3-71ED-9543-A613-0AA8DC9A2C82}" destId="{FC8310BF-9D2F-164C-8C4E-D18DF3A6E846}" srcOrd="1" destOrd="0" presId="urn:microsoft.com/office/officeart/2005/8/layout/hList1"/>
    <dgm:cxn modelId="{9D44BA6D-046A-2349-B529-E03B3258E810}" type="presParOf" srcId="{A12AE9E3-71ED-9543-A613-0AA8DC9A2C82}" destId="{587455FA-9387-FF4E-86D6-38830FB07D14}" srcOrd="2" destOrd="0" presId="urn:microsoft.com/office/officeart/2005/8/layout/hList1"/>
    <dgm:cxn modelId="{7BCB8C40-634A-3945-8FDE-25229120A962}" type="presParOf" srcId="{587455FA-9387-FF4E-86D6-38830FB07D14}" destId="{96FDE24D-0666-3847-9ACD-5921207593A8}" srcOrd="0" destOrd="0" presId="urn:microsoft.com/office/officeart/2005/8/layout/hList1"/>
    <dgm:cxn modelId="{FFA01E86-76CC-1248-85B5-E7A4A5A745DF}" type="presParOf" srcId="{587455FA-9387-FF4E-86D6-38830FB07D14}" destId="{6A21E061-6EB4-A148-962A-D80065A2C4A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999591-3919-4CA2-A667-A171ED5E2FF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9310B-8255-4C01-A2F4-7047ABAE5ADE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Prime-Spaced History Lengths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3D9CAB3-9C3C-430C-B3B4-F999269DBA9C}" type="parTrans" cxnId="{770C174D-1011-48AA-84CA-309359B0E984}">
      <dgm:prSet/>
      <dgm:spPr/>
      <dgm:t>
        <a:bodyPr/>
        <a:lstStyle/>
        <a:p>
          <a:endParaRPr lang="en-US"/>
        </a:p>
      </dgm:t>
    </dgm:pt>
    <dgm:pt modelId="{028FFCFF-D8BF-4EA3-90AC-755ED5B6AA9D}" type="sibTrans" cxnId="{770C174D-1011-48AA-84CA-309359B0E984}">
      <dgm:prSet/>
      <dgm:spPr/>
      <dgm:t>
        <a:bodyPr/>
        <a:lstStyle/>
        <a:p>
          <a:endParaRPr lang="en-US"/>
        </a:p>
      </dgm:t>
    </dgm:pt>
    <dgm:pt modelId="{00F17497-279F-45B7-8D60-93E43FC5127E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History lengths for each table use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prime numbers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(e.g., 5, 11, 17...).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252DF5-9AFF-4D13-AB50-F0C18D267013}" type="parTrans" cxnId="{1127759A-E687-4CEF-8D30-296206A0CA78}">
      <dgm:prSet/>
      <dgm:spPr/>
      <dgm:t>
        <a:bodyPr/>
        <a:lstStyle/>
        <a:p>
          <a:endParaRPr lang="en-US"/>
        </a:p>
      </dgm:t>
    </dgm:pt>
    <dgm:pt modelId="{2AC87086-EEFF-4517-BFB3-F15D55C1F5E1}" type="sibTrans" cxnId="{1127759A-E687-4CEF-8D30-296206A0CA78}">
      <dgm:prSet/>
      <dgm:spPr/>
      <dgm:t>
        <a:bodyPr/>
        <a:lstStyle/>
        <a:p>
          <a:endParaRPr lang="en-US"/>
        </a:p>
      </dgm:t>
    </dgm:pt>
    <dgm:pt modelId="{51A69D85-CD28-47CA-B0BA-C65D4BF77D24}">
      <dgm:prSet custT="1"/>
      <dgm:spPr/>
      <dgm:t>
        <a:bodyPr/>
        <a:lstStyle/>
        <a:p>
          <a:pPr>
            <a:defRPr b="1"/>
          </a:pPr>
          <a:r>
            <a:rPr lang="en-GB" sz="2800" b="1" dirty="0">
              <a:latin typeface="Calibri" panose="020F0502020204030204" pitchFamily="34" charset="0"/>
              <a:cs typeface="Calibri" panose="020F0502020204030204" pitchFamily="34" charset="0"/>
            </a:rPr>
            <a:t>Global History Optimization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E6CBA6-8084-4B56-9DE3-F1A363557045}" type="parTrans" cxnId="{9DFB9891-FC21-4445-A207-2255B9803F15}">
      <dgm:prSet/>
      <dgm:spPr/>
      <dgm:t>
        <a:bodyPr/>
        <a:lstStyle/>
        <a:p>
          <a:endParaRPr lang="en-US"/>
        </a:p>
      </dgm:t>
    </dgm:pt>
    <dgm:pt modelId="{3382203C-2238-494E-844A-578D8D3B2D98}" type="sibTrans" cxnId="{9DFB9891-FC21-4445-A207-2255B9803F15}">
      <dgm:prSet/>
      <dgm:spPr/>
      <dgm:t>
        <a:bodyPr/>
        <a:lstStyle/>
        <a:p>
          <a:endParaRPr lang="en-US"/>
        </a:p>
      </dgm:t>
    </dgm:pt>
    <dgm:pt modelId="{B744E6D4-3F30-4FDC-A912-344159FBB0E5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Maintains a </a:t>
          </a:r>
          <a:r>
            <a:rPr lang="en-GB" b="1" dirty="0" err="1">
              <a:latin typeface="Calibri" panose="020F0502020204030204" pitchFamily="34" charset="0"/>
              <a:cs typeface="Calibri" panose="020F0502020204030204" pitchFamily="34" charset="0"/>
            </a:rPr>
            <a:t>bitset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 of recent taken/not-taken outcomes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4575CA-9BE2-46AF-ABC2-E91B0F2C2728}" type="parTrans" cxnId="{7C1706A0-A19F-4347-A5B3-F96F599920EF}">
      <dgm:prSet/>
      <dgm:spPr/>
      <dgm:t>
        <a:bodyPr/>
        <a:lstStyle/>
        <a:p>
          <a:endParaRPr lang="en-US"/>
        </a:p>
      </dgm:t>
    </dgm:pt>
    <dgm:pt modelId="{C5149CD4-577D-4F85-9C82-0BA72C37E6A4}" type="sibTrans" cxnId="{7C1706A0-A19F-4347-A5B3-F96F599920EF}">
      <dgm:prSet/>
      <dgm:spPr/>
      <dgm:t>
        <a:bodyPr/>
        <a:lstStyle/>
        <a:p>
          <a:endParaRPr lang="en-US"/>
        </a:p>
      </dgm:t>
    </dgm:pt>
    <dgm:pt modelId="{44F679A4-6FAE-3E42-8E7A-434646CEE09C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Reduces </a:t>
          </a:r>
          <a:r>
            <a:rPr lang="en-GB" b="1">
              <a:latin typeface="Calibri" panose="020F0502020204030204" pitchFamily="34" charset="0"/>
              <a:cs typeface="Calibri" panose="020F0502020204030204" pitchFamily="34" charset="0"/>
            </a:rPr>
            <a:t>aliasing</a:t>
          </a:r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 and overlapping prediction behavior.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D1387D7-B1E5-5542-93F0-EFC6960DEB8D}" type="parTrans" cxnId="{272B1F50-B9C1-4342-A3B3-5E230599AF6D}">
      <dgm:prSet/>
      <dgm:spPr/>
      <dgm:t>
        <a:bodyPr/>
        <a:lstStyle/>
        <a:p>
          <a:endParaRPr lang="en-GB"/>
        </a:p>
      </dgm:t>
    </dgm:pt>
    <dgm:pt modelId="{C7DC0D1E-B248-8746-9295-71B43CAD5F44}" type="sibTrans" cxnId="{272B1F50-B9C1-4342-A3B3-5E230599AF6D}">
      <dgm:prSet/>
      <dgm:spPr/>
      <dgm:t>
        <a:bodyPr/>
        <a:lstStyle/>
        <a:p>
          <a:endParaRPr lang="en-GB"/>
        </a:p>
      </dgm:t>
    </dgm:pt>
    <dgm:pt modelId="{6E43E376-09C7-8B44-8103-CCCF4EB37E09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Gives </a:t>
          </a:r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diverse and independent views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of past branches.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61EB9C-EFF4-F24C-8A4F-9B2B4811482E}" type="parTrans" cxnId="{DAC0E972-4DB9-0B4A-A9A1-E1F806B3D117}">
      <dgm:prSet/>
      <dgm:spPr/>
      <dgm:t>
        <a:bodyPr/>
        <a:lstStyle/>
        <a:p>
          <a:endParaRPr lang="en-GB"/>
        </a:p>
      </dgm:t>
    </dgm:pt>
    <dgm:pt modelId="{FBABD031-20C6-2D4D-B3ED-552189AAF387}" type="sibTrans" cxnId="{DAC0E972-4DB9-0B4A-A9A1-E1F806B3D117}">
      <dgm:prSet/>
      <dgm:spPr/>
      <dgm:t>
        <a:bodyPr/>
        <a:lstStyle/>
        <a:p>
          <a:endParaRPr lang="en-GB"/>
        </a:p>
      </dgm:t>
    </dgm:pt>
    <dgm:pt modelId="{76895029-A81F-BA49-978D-D0DAB9DC1500}">
      <dgm:prSet/>
      <dgm:spPr/>
      <dgm:t>
        <a:bodyPr/>
        <a:lstStyle/>
        <a:p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Crucial for </a:t>
          </a:r>
          <a:r>
            <a:rPr lang="en-GB" b="1">
              <a:latin typeface="Calibri" panose="020F0502020204030204" pitchFamily="34" charset="0"/>
              <a:cs typeface="Calibri" panose="020F0502020204030204" pitchFamily="34" charset="0"/>
            </a:rPr>
            <a:t>indexing and hashing</a:t>
          </a:r>
          <a:r>
            <a:rPr lang="en-GB">
              <a:latin typeface="Calibri" panose="020F0502020204030204" pitchFamily="34" charset="0"/>
              <a:cs typeface="Calibri" panose="020F0502020204030204" pitchFamily="34" charset="0"/>
            </a:rPr>
            <a:t> into tagged tables.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2CCE953-CBDB-224B-99C3-26320D4B0BAD}" type="parTrans" cxnId="{61AC346A-8852-464D-AEB3-6AE55918E931}">
      <dgm:prSet/>
      <dgm:spPr/>
      <dgm:t>
        <a:bodyPr/>
        <a:lstStyle/>
        <a:p>
          <a:endParaRPr lang="en-GB"/>
        </a:p>
      </dgm:t>
    </dgm:pt>
    <dgm:pt modelId="{0B8A528D-677C-6B43-83C4-16CBA2F77251}" type="sibTrans" cxnId="{61AC346A-8852-464D-AEB3-6AE55918E931}">
      <dgm:prSet/>
      <dgm:spPr/>
      <dgm:t>
        <a:bodyPr/>
        <a:lstStyle/>
        <a:p>
          <a:endParaRPr lang="en-GB"/>
        </a:p>
      </dgm:t>
    </dgm:pt>
    <dgm:pt modelId="{EF5DAABA-EA96-0C40-9886-FC40A6042165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Can be tuned in length (e.g., 128 vs. 512 bits) to balance accuracy vs. storage.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D671AC3-F181-404F-88A6-580DA44669C4}" type="parTrans" cxnId="{E117BED9-DD22-D443-89F4-9D3C90296E29}">
      <dgm:prSet/>
      <dgm:spPr/>
      <dgm:t>
        <a:bodyPr/>
        <a:lstStyle/>
        <a:p>
          <a:endParaRPr lang="en-GB"/>
        </a:p>
      </dgm:t>
    </dgm:pt>
    <dgm:pt modelId="{DE33A2C9-B5CB-E543-90BA-A271ED5188F7}" type="sibTrans" cxnId="{E117BED9-DD22-D443-89F4-9D3C90296E29}">
      <dgm:prSet/>
      <dgm:spPr/>
      <dgm:t>
        <a:bodyPr/>
        <a:lstStyle/>
        <a:p>
          <a:endParaRPr lang="en-GB"/>
        </a:p>
      </dgm:t>
    </dgm:pt>
    <dgm:pt modelId="{A12AE9E3-71ED-9543-A613-0AA8DC9A2C82}" type="pres">
      <dgm:prSet presAssocID="{1D999591-3919-4CA2-A667-A171ED5E2FF0}" presName="Name0" presStyleCnt="0">
        <dgm:presLayoutVars>
          <dgm:dir/>
          <dgm:animLvl val="lvl"/>
          <dgm:resizeHandles val="exact"/>
        </dgm:presLayoutVars>
      </dgm:prSet>
      <dgm:spPr/>
    </dgm:pt>
    <dgm:pt modelId="{0C7E5C94-6DAE-5F45-B1AE-0E3CF52BBF3A}" type="pres">
      <dgm:prSet presAssocID="{7F79310B-8255-4C01-A2F4-7047ABAE5ADE}" presName="composite" presStyleCnt="0"/>
      <dgm:spPr/>
    </dgm:pt>
    <dgm:pt modelId="{808BF6DE-027F-694A-8107-13A637C0B4DF}" type="pres">
      <dgm:prSet presAssocID="{7F79310B-8255-4C01-A2F4-7047ABAE5AD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09D2C8D-5265-6B4A-ADD8-41F134E4FC7F}" type="pres">
      <dgm:prSet presAssocID="{7F79310B-8255-4C01-A2F4-7047ABAE5ADE}" presName="desTx" presStyleLbl="alignAccFollowNode1" presStyleIdx="0" presStyleCnt="2">
        <dgm:presLayoutVars>
          <dgm:bulletEnabled val="1"/>
        </dgm:presLayoutVars>
      </dgm:prSet>
      <dgm:spPr/>
    </dgm:pt>
    <dgm:pt modelId="{FC8310BF-9D2F-164C-8C4E-D18DF3A6E846}" type="pres">
      <dgm:prSet presAssocID="{028FFCFF-D8BF-4EA3-90AC-755ED5B6AA9D}" presName="space" presStyleCnt="0"/>
      <dgm:spPr/>
    </dgm:pt>
    <dgm:pt modelId="{587455FA-9387-FF4E-86D6-38830FB07D14}" type="pres">
      <dgm:prSet presAssocID="{51A69D85-CD28-47CA-B0BA-C65D4BF77D24}" presName="composite" presStyleCnt="0"/>
      <dgm:spPr/>
    </dgm:pt>
    <dgm:pt modelId="{96FDE24D-0666-3847-9ACD-5921207593A8}" type="pres">
      <dgm:prSet presAssocID="{51A69D85-CD28-47CA-B0BA-C65D4BF77D2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A21E061-6EB4-A148-962A-D80065A2C4AA}" type="pres">
      <dgm:prSet presAssocID="{51A69D85-CD28-47CA-B0BA-C65D4BF77D2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70C174D-1011-48AA-84CA-309359B0E984}" srcId="{1D999591-3919-4CA2-A667-A171ED5E2FF0}" destId="{7F79310B-8255-4C01-A2F4-7047ABAE5ADE}" srcOrd="0" destOrd="0" parTransId="{A3D9CAB3-9C3C-430C-B3B4-F999269DBA9C}" sibTransId="{028FFCFF-D8BF-4EA3-90AC-755ED5B6AA9D}"/>
    <dgm:cxn modelId="{272B1F50-B9C1-4342-A3B3-5E230599AF6D}" srcId="{7F79310B-8255-4C01-A2F4-7047ABAE5ADE}" destId="{44F679A4-6FAE-3E42-8E7A-434646CEE09C}" srcOrd="1" destOrd="0" parTransId="{6D1387D7-B1E5-5542-93F0-EFC6960DEB8D}" sibTransId="{C7DC0D1E-B248-8746-9295-71B43CAD5F44}"/>
    <dgm:cxn modelId="{61AC346A-8852-464D-AEB3-6AE55918E931}" srcId="{51A69D85-CD28-47CA-B0BA-C65D4BF77D24}" destId="{76895029-A81F-BA49-978D-D0DAB9DC1500}" srcOrd="1" destOrd="0" parTransId="{62CCE953-CBDB-224B-99C3-26320D4B0BAD}" sibTransId="{0B8A528D-677C-6B43-83C4-16CBA2F77251}"/>
    <dgm:cxn modelId="{DAC0E972-4DB9-0B4A-A9A1-E1F806B3D117}" srcId="{7F79310B-8255-4C01-A2F4-7047ABAE5ADE}" destId="{6E43E376-09C7-8B44-8103-CCCF4EB37E09}" srcOrd="2" destOrd="0" parTransId="{5A61EB9C-EFF4-F24C-8A4F-9B2B4811482E}" sibTransId="{FBABD031-20C6-2D4D-B3ED-552189AAF387}"/>
    <dgm:cxn modelId="{ED8E1D87-EFC7-6846-A4B9-4A6EF6F0DF7B}" type="presOf" srcId="{B744E6D4-3F30-4FDC-A912-344159FBB0E5}" destId="{6A21E061-6EB4-A148-962A-D80065A2C4AA}" srcOrd="0" destOrd="0" presId="urn:microsoft.com/office/officeart/2005/8/layout/hList1"/>
    <dgm:cxn modelId="{DFF6298B-DDE1-2E47-B3C1-C83358F45BF4}" type="presOf" srcId="{76895029-A81F-BA49-978D-D0DAB9DC1500}" destId="{6A21E061-6EB4-A148-962A-D80065A2C4AA}" srcOrd="0" destOrd="1" presId="urn:microsoft.com/office/officeart/2005/8/layout/hList1"/>
    <dgm:cxn modelId="{9DFB9891-FC21-4445-A207-2255B9803F15}" srcId="{1D999591-3919-4CA2-A667-A171ED5E2FF0}" destId="{51A69D85-CD28-47CA-B0BA-C65D4BF77D24}" srcOrd="1" destOrd="0" parTransId="{63E6CBA6-8084-4B56-9DE3-F1A363557045}" sibTransId="{3382203C-2238-494E-844A-578D8D3B2D98}"/>
    <dgm:cxn modelId="{C18C1F95-4862-7144-BC07-7D4C8E100195}" type="presOf" srcId="{6E43E376-09C7-8B44-8103-CCCF4EB37E09}" destId="{709D2C8D-5265-6B4A-ADD8-41F134E4FC7F}" srcOrd="0" destOrd="2" presId="urn:microsoft.com/office/officeart/2005/8/layout/hList1"/>
    <dgm:cxn modelId="{13255499-2268-BB4D-BBC9-0B022E1977EF}" type="presOf" srcId="{44F679A4-6FAE-3E42-8E7A-434646CEE09C}" destId="{709D2C8D-5265-6B4A-ADD8-41F134E4FC7F}" srcOrd="0" destOrd="1" presId="urn:microsoft.com/office/officeart/2005/8/layout/hList1"/>
    <dgm:cxn modelId="{1127759A-E687-4CEF-8D30-296206A0CA78}" srcId="{7F79310B-8255-4C01-A2F4-7047ABAE5ADE}" destId="{00F17497-279F-45B7-8D60-93E43FC5127E}" srcOrd="0" destOrd="0" parTransId="{09252DF5-9AFF-4D13-AB50-F0C18D267013}" sibTransId="{2AC87086-EEFF-4517-BFB3-F15D55C1F5E1}"/>
    <dgm:cxn modelId="{7C1706A0-A19F-4347-A5B3-F96F599920EF}" srcId="{51A69D85-CD28-47CA-B0BA-C65D4BF77D24}" destId="{B744E6D4-3F30-4FDC-A912-344159FBB0E5}" srcOrd="0" destOrd="0" parTransId="{684575CA-9BE2-46AF-ABC2-E91B0F2C2728}" sibTransId="{C5149CD4-577D-4F85-9C82-0BA72C37E6A4}"/>
    <dgm:cxn modelId="{FD2C92AD-08C2-C249-8771-6C42EF304A95}" type="presOf" srcId="{7F79310B-8255-4C01-A2F4-7047ABAE5ADE}" destId="{808BF6DE-027F-694A-8107-13A637C0B4DF}" srcOrd="0" destOrd="0" presId="urn:microsoft.com/office/officeart/2005/8/layout/hList1"/>
    <dgm:cxn modelId="{BB453EAE-CAE4-5B4C-A1ED-EE240A061F98}" type="presOf" srcId="{51A69D85-CD28-47CA-B0BA-C65D4BF77D24}" destId="{96FDE24D-0666-3847-9ACD-5921207593A8}" srcOrd="0" destOrd="0" presId="urn:microsoft.com/office/officeart/2005/8/layout/hList1"/>
    <dgm:cxn modelId="{E117BED9-DD22-D443-89F4-9D3C90296E29}" srcId="{51A69D85-CD28-47CA-B0BA-C65D4BF77D24}" destId="{EF5DAABA-EA96-0C40-9886-FC40A6042165}" srcOrd="2" destOrd="0" parTransId="{ED671AC3-F181-404F-88A6-580DA44669C4}" sibTransId="{DE33A2C9-B5CB-E543-90BA-A271ED5188F7}"/>
    <dgm:cxn modelId="{28808FDC-8E13-F945-94D0-E59473DD6F05}" type="presOf" srcId="{1D999591-3919-4CA2-A667-A171ED5E2FF0}" destId="{A12AE9E3-71ED-9543-A613-0AA8DC9A2C82}" srcOrd="0" destOrd="0" presId="urn:microsoft.com/office/officeart/2005/8/layout/hList1"/>
    <dgm:cxn modelId="{AA1BE0DD-B996-B240-9639-FBC5CA402B10}" type="presOf" srcId="{00F17497-279F-45B7-8D60-93E43FC5127E}" destId="{709D2C8D-5265-6B4A-ADD8-41F134E4FC7F}" srcOrd="0" destOrd="0" presId="urn:microsoft.com/office/officeart/2005/8/layout/hList1"/>
    <dgm:cxn modelId="{FEDBB0DE-4817-B740-BBB4-D94AF6544F26}" type="presOf" srcId="{EF5DAABA-EA96-0C40-9886-FC40A6042165}" destId="{6A21E061-6EB4-A148-962A-D80065A2C4AA}" srcOrd="0" destOrd="2" presId="urn:microsoft.com/office/officeart/2005/8/layout/hList1"/>
    <dgm:cxn modelId="{02B2189F-0063-3A4F-91E3-71C18CB53D17}" type="presParOf" srcId="{A12AE9E3-71ED-9543-A613-0AA8DC9A2C82}" destId="{0C7E5C94-6DAE-5F45-B1AE-0E3CF52BBF3A}" srcOrd="0" destOrd="0" presId="urn:microsoft.com/office/officeart/2005/8/layout/hList1"/>
    <dgm:cxn modelId="{D4989A49-9E67-7842-B1DA-4DFE92259E32}" type="presParOf" srcId="{0C7E5C94-6DAE-5F45-B1AE-0E3CF52BBF3A}" destId="{808BF6DE-027F-694A-8107-13A637C0B4DF}" srcOrd="0" destOrd="0" presId="urn:microsoft.com/office/officeart/2005/8/layout/hList1"/>
    <dgm:cxn modelId="{4815F944-B5C3-6947-8A29-6C0768B9F3A5}" type="presParOf" srcId="{0C7E5C94-6DAE-5F45-B1AE-0E3CF52BBF3A}" destId="{709D2C8D-5265-6B4A-ADD8-41F134E4FC7F}" srcOrd="1" destOrd="0" presId="urn:microsoft.com/office/officeart/2005/8/layout/hList1"/>
    <dgm:cxn modelId="{BB8B65DD-9C15-4D47-BD74-F1D39FAB4CCC}" type="presParOf" srcId="{A12AE9E3-71ED-9543-A613-0AA8DC9A2C82}" destId="{FC8310BF-9D2F-164C-8C4E-D18DF3A6E846}" srcOrd="1" destOrd="0" presId="urn:microsoft.com/office/officeart/2005/8/layout/hList1"/>
    <dgm:cxn modelId="{9D44BA6D-046A-2349-B529-E03B3258E810}" type="presParOf" srcId="{A12AE9E3-71ED-9543-A613-0AA8DC9A2C82}" destId="{587455FA-9387-FF4E-86D6-38830FB07D14}" srcOrd="2" destOrd="0" presId="urn:microsoft.com/office/officeart/2005/8/layout/hList1"/>
    <dgm:cxn modelId="{7BCB8C40-634A-3945-8FDE-25229120A962}" type="presParOf" srcId="{587455FA-9387-FF4E-86D6-38830FB07D14}" destId="{96FDE24D-0666-3847-9ACD-5921207593A8}" srcOrd="0" destOrd="0" presId="urn:microsoft.com/office/officeart/2005/8/layout/hList1"/>
    <dgm:cxn modelId="{FFA01E86-76CC-1248-85B5-E7A4A5A745DF}" type="presParOf" srcId="{587455FA-9387-FF4E-86D6-38830FB07D14}" destId="{6A21E061-6EB4-A148-962A-D80065A2C4A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0C5143-E345-4EB0-8B56-319ABA342B3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78E239-8ADE-4190-9FB3-ADD27F993A62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Tagged Tables: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8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18B08BC-39C0-4748-AAED-E13330D09E0A}" type="parTrans" cxnId="{37E6BBD6-64B4-4362-8C9B-D59C32BFFACC}">
      <dgm:prSet/>
      <dgm:spPr/>
      <dgm:t>
        <a:bodyPr/>
        <a:lstStyle/>
        <a:p>
          <a:endParaRPr lang="en-US"/>
        </a:p>
      </dgm:t>
    </dgm:pt>
    <dgm:pt modelId="{6B6C6373-623F-4CBF-9B74-8A737DD0550A}" type="sibTrans" cxnId="{37E6BBD6-64B4-4362-8C9B-D59C32BFFACC}">
      <dgm:prSet/>
      <dgm:spPr/>
      <dgm:t>
        <a:bodyPr/>
        <a:lstStyle/>
        <a:p>
          <a:endParaRPr lang="en-US"/>
        </a:p>
      </dgm:t>
    </dgm:pt>
    <dgm:pt modelId="{C1652F16-34DE-4B8A-8077-0BB2DCDBCB20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Entries per Table: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2048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00FCB0C-B0E2-4916-AEF8-DC5E888ED47D}" type="parTrans" cxnId="{CB295FC9-BF06-4588-B4F9-0D8949BE5FFE}">
      <dgm:prSet/>
      <dgm:spPr/>
      <dgm:t>
        <a:bodyPr/>
        <a:lstStyle/>
        <a:p>
          <a:endParaRPr lang="en-US"/>
        </a:p>
      </dgm:t>
    </dgm:pt>
    <dgm:pt modelId="{CF316674-DDD6-4814-BD5F-0B9F3B7788B9}" type="sibTrans" cxnId="{CB295FC9-BF06-4588-B4F9-0D8949BE5FFE}">
      <dgm:prSet/>
      <dgm:spPr/>
      <dgm:t>
        <a:bodyPr/>
        <a:lstStyle/>
        <a:p>
          <a:endParaRPr lang="en-US"/>
        </a:p>
      </dgm:t>
    </dgm:pt>
    <dgm:pt modelId="{3F81D39C-705F-4E33-B40E-F529AAE39C2F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Tag Bits per Entry: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12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1C6DA2F-CDE5-44E2-B25D-6E1E3CB99301}" type="parTrans" cxnId="{E3E181F2-E2E6-43DB-8238-1FE1389F7CC7}">
      <dgm:prSet/>
      <dgm:spPr/>
      <dgm:t>
        <a:bodyPr/>
        <a:lstStyle/>
        <a:p>
          <a:endParaRPr lang="en-US"/>
        </a:p>
      </dgm:t>
    </dgm:pt>
    <dgm:pt modelId="{5AC2C3E0-2C96-40AA-9BFC-740A140B30EC}" type="sibTrans" cxnId="{E3E181F2-E2E6-43DB-8238-1FE1389F7CC7}">
      <dgm:prSet/>
      <dgm:spPr/>
      <dgm:t>
        <a:bodyPr/>
        <a:lstStyle/>
        <a:p>
          <a:endParaRPr lang="en-US"/>
        </a:p>
      </dgm:t>
    </dgm:pt>
    <dgm:pt modelId="{EDFD8E16-C1FF-41BC-A141-E98EEE5598B1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Saturating Counter Bits: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3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A0F0526-A77B-4426-9413-E5EC6A0EBCE2}" type="parTrans" cxnId="{41F2544D-4BED-457C-9464-F6B464759E57}">
      <dgm:prSet/>
      <dgm:spPr/>
      <dgm:t>
        <a:bodyPr/>
        <a:lstStyle/>
        <a:p>
          <a:endParaRPr lang="en-US"/>
        </a:p>
      </dgm:t>
    </dgm:pt>
    <dgm:pt modelId="{17DCB2C0-5712-4BC2-B93E-6E3C3B4C8EA5}" type="sibTrans" cxnId="{41F2544D-4BED-457C-9464-F6B464759E57}">
      <dgm:prSet/>
      <dgm:spPr/>
      <dgm:t>
        <a:bodyPr/>
        <a:lstStyle/>
        <a:p>
          <a:endParaRPr lang="en-US"/>
        </a:p>
      </dgm:t>
    </dgm:pt>
    <dgm:pt modelId="{91C70545-2DF5-419D-96EB-7D1DDB664DFF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Confidence Bits: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2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4AE13E-5534-49D7-B04C-AC194A3716CF}" type="parTrans" cxnId="{5F8B0365-147D-42BA-A095-960B3E596892}">
      <dgm:prSet/>
      <dgm:spPr/>
      <dgm:t>
        <a:bodyPr/>
        <a:lstStyle/>
        <a:p>
          <a:endParaRPr lang="en-US"/>
        </a:p>
      </dgm:t>
    </dgm:pt>
    <dgm:pt modelId="{F68896DB-DD07-4DFA-9E24-BB878CA80526}" type="sibTrans" cxnId="{5F8B0365-147D-42BA-A095-960B3E596892}">
      <dgm:prSet/>
      <dgm:spPr/>
      <dgm:t>
        <a:bodyPr/>
        <a:lstStyle/>
        <a:p>
          <a:endParaRPr lang="en-US"/>
        </a:p>
      </dgm:t>
    </dgm:pt>
    <dgm:pt modelId="{74BB565A-8848-4D3D-9180-6BB424C76FB3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Valid &amp; Useful Bits: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1 each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236AA59-9273-499C-8504-222ABF996A01}" type="parTrans" cxnId="{6B41DA9B-80D5-4831-9E99-08931362DE1D}">
      <dgm:prSet/>
      <dgm:spPr/>
      <dgm:t>
        <a:bodyPr/>
        <a:lstStyle/>
        <a:p>
          <a:endParaRPr lang="en-US"/>
        </a:p>
      </dgm:t>
    </dgm:pt>
    <dgm:pt modelId="{8A04AF55-CDBB-4CA7-B944-764E95F3FAA9}" type="sibTrans" cxnId="{6B41DA9B-80D5-4831-9E99-08931362DE1D}">
      <dgm:prSet/>
      <dgm:spPr/>
      <dgm:t>
        <a:bodyPr/>
        <a:lstStyle/>
        <a:p>
          <a:endParaRPr lang="en-US"/>
        </a:p>
      </dgm:t>
    </dgm:pt>
    <dgm:pt modelId="{8AD33110-8E0B-4F16-8875-A4D981732DD4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Global History Length: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512 bits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CBD7575-DB1F-43C1-9409-EA462AEEB61E}" type="parTrans" cxnId="{894D2D10-B154-49D0-95D7-0CFC8D5AEE6C}">
      <dgm:prSet/>
      <dgm:spPr/>
      <dgm:t>
        <a:bodyPr/>
        <a:lstStyle/>
        <a:p>
          <a:endParaRPr lang="en-US"/>
        </a:p>
      </dgm:t>
    </dgm:pt>
    <dgm:pt modelId="{4D2B7BCC-9D2A-47A9-957D-6314CA05A7C6}" type="sibTrans" cxnId="{894D2D10-B154-49D0-95D7-0CFC8D5AEE6C}">
      <dgm:prSet/>
      <dgm:spPr/>
      <dgm:t>
        <a:bodyPr/>
        <a:lstStyle/>
        <a:p>
          <a:endParaRPr lang="en-US"/>
        </a:p>
      </dgm:t>
    </dgm:pt>
    <dgm:pt modelId="{75CE96F6-C337-4A1F-BA95-8DB58E60CBB1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Bimodal Table Size: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2048 entries (3-bit counters)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20D27E9-A75A-4C9B-9002-111D3E2EF3DB}" type="parTrans" cxnId="{38D67E33-A452-4BA9-ADAB-54143144E7E1}">
      <dgm:prSet/>
      <dgm:spPr/>
      <dgm:t>
        <a:bodyPr/>
        <a:lstStyle/>
        <a:p>
          <a:endParaRPr lang="en-US"/>
        </a:p>
      </dgm:t>
    </dgm:pt>
    <dgm:pt modelId="{9C85AF48-4D7C-421C-8428-1E3FE120A63E}" type="sibTrans" cxnId="{38D67E33-A452-4BA9-ADAB-54143144E7E1}">
      <dgm:prSet/>
      <dgm:spPr/>
      <dgm:t>
        <a:bodyPr/>
        <a:lstStyle/>
        <a:p>
          <a:endParaRPr lang="en-US"/>
        </a:p>
      </dgm:t>
    </dgm:pt>
    <dgm:pt modelId="{F702EA80-4101-4E66-A9BC-8FCDC421A3E2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Return Address Stack (RAS):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32-entry depth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F5AACE-0CD8-48A7-A34E-AF5DC935D7AC}" type="parTrans" cxnId="{2B09F144-5CEE-408A-87E9-FD5FACC1DB48}">
      <dgm:prSet/>
      <dgm:spPr/>
      <dgm:t>
        <a:bodyPr/>
        <a:lstStyle/>
        <a:p>
          <a:endParaRPr lang="en-US"/>
        </a:p>
      </dgm:t>
    </dgm:pt>
    <dgm:pt modelId="{DE25DF62-D7CE-419E-A077-511051D7B3D5}" type="sibTrans" cxnId="{2B09F144-5CEE-408A-87E9-FD5FACC1DB48}">
      <dgm:prSet/>
      <dgm:spPr/>
      <dgm:t>
        <a:bodyPr/>
        <a:lstStyle/>
        <a:p>
          <a:endParaRPr lang="en-US"/>
        </a:p>
      </dgm:t>
    </dgm:pt>
    <dgm:pt modelId="{6DEE9DA5-A1FB-4D9C-AE8A-1A33603140D5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Loop Bias Tracker: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Tracks up to 512 IPs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6C0EF5E-9E04-4FE6-8B46-96ABCF76B095}" type="parTrans" cxnId="{8EB05BCA-C394-4559-B2E2-2FD3F601FB46}">
      <dgm:prSet/>
      <dgm:spPr/>
      <dgm:t>
        <a:bodyPr/>
        <a:lstStyle/>
        <a:p>
          <a:endParaRPr lang="en-US"/>
        </a:p>
      </dgm:t>
    </dgm:pt>
    <dgm:pt modelId="{C120B3C8-4D09-4EB3-B707-AF47FF5CE992}" type="sibTrans" cxnId="{8EB05BCA-C394-4559-B2E2-2FD3F601FB46}">
      <dgm:prSet/>
      <dgm:spPr/>
      <dgm:t>
        <a:bodyPr/>
        <a:lstStyle/>
        <a:p>
          <a:endParaRPr lang="en-US"/>
        </a:p>
      </dgm:t>
    </dgm:pt>
    <dgm:pt modelId="{856B9034-9F0C-4B18-9132-8A63AB765571}">
      <dgm:prSet/>
      <dgm:spPr/>
      <dgm:t>
        <a:bodyPr/>
        <a:lstStyle/>
        <a:p>
          <a:r>
            <a:rPr lang="en-GB" b="1" dirty="0">
              <a:latin typeface="Calibri" panose="020F0502020204030204" pitchFamily="34" charset="0"/>
              <a:cs typeface="Calibri" panose="020F0502020204030204" pitchFamily="34" charset="0"/>
            </a:rPr>
            <a:t>Alt Selector Entries:</a:t>
          </a:r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8 (one per table)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8E7993-AF46-4469-AA67-88EF7414B1EE}" type="parTrans" cxnId="{2CE3CF4B-7D8E-40F4-AB95-1A2F350F7981}">
      <dgm:prSet/>
      <dgm:spPr/>
      <dgm:t>
        <a:bodyPr/>
        <a:lstStyle/>
        <a:p>
          <a:endParaRPr lang="en-US"/>
        </a:p>
      </dgm:t>
    </dgm:pt>
    <dgm:pt modelId="{B83C18F1-B6F3-40DF-91E9-1D8164148A1C}" type="sibTrans" cxnId="{2CE3CF4B-7D8E-40F4-AB95-1A2F350F7981}">
      <dgm:prSet/>
      <dgm:spPr/>
      <dgm:t>
        <a:bodyPr/>
        <a:lstStyle/>
        <a:p>
          <a:endParaRPr lang="en-US"/>
        </a:p>
      </dgm:t>
    </dgm:pt>
    <dgm:pt modelId="{72C1C7E6-CA44-9049-9468-69582EF528BF}" type="pres">
      <dgm:prSet presAssocID="{3D0C5143-E345-4EB0-8B56-319ABA342B3A}" presName="vert0" presStyleCnt="0">
        <dgm:presLayoutVars>
          <dgm:dir/>
          <dgm:animOne val="branch"/>
          <dgm:animLvl val="lvl"/>
        </dgm:presLayoutVars>
      </dgm:prSet>
      <dgm:spPr/>
    </dgm:pt>
    <dgm:pt modelId="{647C6100-C74D-EA48-A4EF-345BE0D00EDC}" type="pres">
      <dgm:prSet presAssocID="{5778E239-8ADE-4190-9FB3-ADD27F993A62}" presName="thickLine" presStyleLbl="alignNode1" presStyleIdx="0" presStyleCnt="11"/>
      <dgm:spPr/>
    </dgm:pt>
    <dgm:pt modelId="{7CA6BF8F-E5CC-6C45-B241-27C6FD3E7C39}" type="pres">
      <dgm:prSet presAssocID="{5778E239-8ADE-4190-9FB3-ADD27F993A62}" presName="horz1" presStyleCnt="0"/>
      <dgm:spPr/>
    </dgm:pt>
    <dgm:pt modelId="{0B12D88F-2F31-CB42-8D40-3FC5716512B8}" type="pres">
      <dgm:prSet presAssocID="{5778E239-8ADE-4190-9FB3-ADD27F993A62}" presName="tx1" presStyleLbl="revTx" presStyleIdx="0" presStyleCnt="11"/>
      <dgm:spPr/>
    </dgm:pt>
    <dgm:pt modelId="{CC9A9898-7B11-6948-9CF2-BB69D60C7C76}" type="pres">
      <dgm:prSet presAssocID="{5778E239-8ADE-4190-9FB3-ADD27F993A62}" presName="vert1" presStyleCnt="0"/>
      <dgm:spPr/>
    </dgm:pt>
    <dgm:pt modelId="{9DC54FD2-60F7-7C48-824D-97FD5C55D37D}" type="pres">
      <dgm:prSet presAssocID="{C1652F16-34DE-4B8A-8077-0BB2DCDBCB20}" presName="thickLine" presStyleLbl="alignNode1" presStyleIdx="1" presStyleCnt="11"/>
      <dgm:spPr/>
    </dgm:pt>
    <dgm:pt modelId="{899243E5-2895-1C43-8AD6-A4135F78258F}" type="pres">
      <dgm:prSet presAssocID="{C1652F16-34DE-4B8A-8077-0BB2DCDBCB20}" presName="horz1" presStyleCnt="0"/>
      <dgm:spPr/>
    </dgm:pt>
    <dgm:pt modelId="{21C35FD7-9ADF-7544-9579-FC6CCC43A4DC}" type="pres">
      <dgm:prSet presAssocID="{C1652F16-34DE-4B8A-8077-0BB2DCDBCB20}" presName="tx1" presStyleLbl="revTx" presStyleIdx="1" presStyleCnt="11"/>
      <dgm:spPr/>
    </dgm:pt>
    <dgm:pt modelId="{2906E43F-A88C-C34F-97FE-9C18007FBAB6}" type="pres">
      <dgm:prSet presAssocID="{C1652F16-34DE-4B8A-8077-0BB2DCDBCB20}" presName="vert1" presStyleCnt="0"/>
      <dgm:spPr/>
    </dgm:pt>
    <dgm:pt modelId="{5FD5C6FA-7444-4044-AD51-7F2AB00BF57D}" type="pres">
      <dgm:prSet presAssocID="{3F81D39C-705F-4E33-B40E-F529AAE39C2F}" presName="thickLine" presStyleLbl="alignNode1" presStyleIdx="2" presStyleCnt="11"/>
      <dgm:spPr/>
    </dgm:pt>
    <dgm:pt modelId="{6C85507A-9C5E-DD43-A08D-3512B0F211E3}" type="pres">
      <dgm:prSet presAssocID="{3F81D39C-705F-4E33-B40E-F529AAE39C2F}" presName="horz1" presStyleCnt="0"/>
      <dgm:spPr/>
    </dgm:pt>
    <dgm:pt modelId="{0E815DB7-4870-6B4A-B9B1-38A7A3F067E0}" type="pres">
      <dgm:prSet presAssocID="{3F81D39C-705F-4E33-B40E-F529AAE39C2F}" presName="tx1" presStyleLbl="revTx" presStyleIdx="2" presStyleCnt="11"/>
      <dgm:spPr/>
    </dgm:pt>
    <dgm:pt modelId="{82382AD7-3BF5-9643-B3EF-8F8972967E26}" type="pres">
      <dgm:prSet presAssocID="{3F81D39C-705F-4E33-B40E-F529AAE39C2F}" presName="vert1" presStyleCnt="0"/>
      <dgm:spPr/>
    </dgm:pt>
    <dgm:pt modelId="{3E9EEBA3-D847-C448-B01E-BC4F77060D47}" type="pres">
      <dgm:prSet presAssocID="{EDFD8E16-C1FF-41BC-A141-E98EEE5598B1}" presName="thickLine" presStyleLbl="alignNode1" presStyleIdx="3" presStyleCnt="11"/>
      <dgm:spPr/>
    </dgm:pt>
    <dgm:pt modelId="{03A4F121-AC47-5641-AFD7-C117CADEABE0}" type="pres">
      <dgm:prSet presAssocID="{EDFD8E16-C1FF-41BC-A141-E98EEE5598B1}" presName="horz1" presStyleCnt="0"/>
      <dgm:spPr/>
    </dgm:pt>
    <dgm:pt modelId="{0C6E1E75-8E9A-314A-B036-9085CA2B0444}" type="pres">
      <dgm:prSet presAssocID="{EDFD8E16-C1FF-41BC-A141-E98EEE5598B1}" presName="tx1" presStyleLbl="revTx" presStyleIdx="3" presStyleCnt="11"/>
      <dgm:spPr/>
    </dgm:pt>
    <dgm:pt modelId="{1E419B6A-7396-7E4D-B568-88BE30241EBB}" type="pres">
      <dgm:prSet presAssocID="{EDFD8E16-C1FF-41BC-A141-E98EEE5598B1}" presName="vert1" presStyleCnt="0"/>
      <dgm:spPr/>
    </dgm:pt>
    <dgm:pt modelId="{BD6495F6-CA7D-1944-B767-EAB3A2211559}" type="pres">
      <dgm:prSet presAssocID="{91C70545-2DF5-419D-96EB-7D1DDB664DFF}" presName="thickLine" presStyleLbl="alignNode1" presStyleIdx="4" presStyleCnt="11"/>
      <dgm:spPr/>
    </dgm:pt>
    <dgm:pt modelId="{83E6FFDB-94BE-C84C-9695-C4144F3927F4}" type="pres">
      <dgm:prSet presAssocID="{91C70545-2DF5-419D-96EB-7D1DDB664DFF}" presName="horz1" presStyleCnt="0"/>
      <dgm:spPr/>
    </dgm:pt>
    <dgm:pt modelId="{383DDA68-B7D5-7D45-9642-1F42032D0161}" type="pres">
      <dgm:prSet presAssocID="{91C70545-2DF5-419D-96EB-7D1DDB664DFF}" presName="tx1" presStyleLbl="revTx" presStyleIdx="4" presStyleCnt="11"/>
      <dgm:spPr/>
    </dgm:pt>
    <dgm:pt modelId="{94B6EB13-EFA9-2341-B7CD-84EC9B798066}" type="pres">
      <dgm:prSet presAssocID="{91C70545-2DF5-419D-96EB-7D1DDB664DFF}" presName="vert1" presStyleCnt="0"/>
      <dgm:spPr/>
    </dgm:pt>
    <dgm:pt modelId="{86A4D47A-9C11-AD43-AA30-64ADD735F396}" type="pres">
      <dgm:prSet presAssocID="{74BB565A-8848-4D3D-9180-6BB424C76FB3}" presName="thickLine" presStyleLbl="alignNode1" presStyleIdx="5" presStyleCnt="11"/>
      <dgm:spPr/>
    </dgm:pt>
    <dgm:pt modelId="{659D4A3B-611B-CA42-A7A9-671CB12DF447}" type="pres">
      <dgm:prSet presAssocID="{74BB565A-8848-4D3D-9180-6BB424C76FB3}" presName="horz1" presStyleCnt="0"/>
      <dgm:spPr/>
    </dgm:pt>
    <dgm:pt modelId="{C4133D27-3FEE-C248-87D3-3EE578680CA0}" type="pres">
      <dgm:prSet presAssocID="{74BB565A-8848-4D3D-9180-6BB424C76FB3}" presName="tx1" presStyleLbl="revTx" presStyleIdx="5" presStyleCnt="11"/>
      <dgm:spPr/>
    </dgm:pt>
    <dgm:pt modelId="{81EDE8CE-C40E-4C42-8677-34F2B6717C9B}" type="pres">
      <dgm:prSet presAssocID="{74BB565A-8848-4D3D-9180-6BB424C76FB3}" presName="vert1" presStyleCnt="0"/>
      <dgm:spPr/>
    </dgm:pt>
    <dgm:pt modelId="{15FE7CAD-D783-554C-B71E-06341A8F27FE}" type="pres">
      <dgm:prSet presAssocID="{8AD33110-8E0B-4F16-8875-A4D981732DD4}" presName="thickLine" presStyleLbl="alignNode1" presStyleIdx="6" presStyleCnt="11"/>
      <dgm:spPr/>
    </dgm:pt>
    <dgm:pt modelId="{6231AE42-E418-D148-AB78-607600990085}" type="pres">
      <dgm:prSet presAssocID="{8AD33110-8E0B-4F16-8875-A4D981732DD4}" presName="horz1" presStyleCnt="0"/>
      <dgm:spPr/>
    </dgm:pt>
    <dgm:pt modelId="{6B0AE936-A1A4-2940-B0C8-B04A501E1AEB}" type="pres">
      <dgm:prSet presAssocID="{8AD33110-8E0B-4F16-8875-A4D981732DD4}" presName="tx1" presStyleLbl="revTx" presStyleIdx="6" presStyleCnt="11"/>
      <dgm:spPr/>
    </dgm:pt>
    <dgm:pt modelId="{7176799B-0000-B948-B505-F6BBC5268AE6}" type="pres">
      <dgm:prSet presAssocID="{8AD33110-8E0B-4F16-8875-A4D981732DD4}" presName="vert1" presStyleCnt="0"/>
      <dgm:spPr/>
    </dgm:pt>
    <dgm:pt modelId="{C79D3886-7384-B942-9125-1FD4C9FA0938}" type="pres">
      <dgm:prSet presAssocID="{75CE96F6-C337-4A1F-BA95-8DB58E60CBB1}" presName="thickLine" presStyleLbl="alignNode1" presStyleIdx="7" presStyleCnt="11"/>
      <dgm:spPr/>
    </dgm:pt>
    <dgm:pt modelId="{69FFBCDB-AD5E-9742-A315-05CD0C32B30F}" type="pres">
      <dgm:prSet presAssocID="{75CE96F6-C337-4A1F-BA95-8DB58E60CBB1}" presName="horz1" presStyleCnt="0"/>
      <dgm:spPr/>
    </dgm:pt>
    <dgm:pt modelId="{91487A69-4D7E-264D-BF7C-D332BF654155}" type="pres">
      <dgm:prSet presAssocID="{75CE96F6-C337-4A1F-BA95-8DB58E60CBB1}" presName="tx1" presStyleLbl="revTx" presStyleIdx="7" presStyleCnt="11"/>
      <dgm:spPr/>
    </dgm:pt>
    <dgm:pt modelId="{F0FEF07A-8E2D-7040-BF26-749D15EBFE42}" type="pres">
      <dgm:prSet presAssocID="{75CE96F6-C337-4A1F-BA95-8DB58E60CBB1}" presName="vert1" presStyleCnt="0"/>
      <dgm:spPr/>
    </dgm:pt>
    <dgm:pt modelId="{995E2D3A-8B41-F946-9568-932F8D275D05}" type="pres">
      <dgm:prSet presAssocID="{F702EA80-4101-4E66-A9BC-8FCDC421A3E2}" presName="thickLine" presStyleLbl="alignNode1" presStyleIdx="8" presStyleCnt="11"/>
      <dgm:spPr/>
    </dgm:pt>
    <dgm:pt modelId="{E58F02A4-4964-C241-8F5C-E41042F5EE30}" type="pres">
      <dgm:prSet presAssocID="{F702EA80-4101-4E66-A9BC-8FCDC421A3E2}" presName="horz1" presStyleCnt="0"/>
      <dgm:spPr/>
    </dgm:pt>
    <dgm:pt modelId="{F68178DB-2F04-D746-A594-7AE56821DBAD}" type="pres">
      <dgm:prSet presAssocID="{F702EA80-4101-4E66-A9BC-8FCDC421A3E2}" presName="tx1" presStyleLbl="revTx" presStyleIdx="8" presStyleCnt="11"/>
      <dgm:spPr/>
    </dgm:pt>
    <dgm:pt modelId="{BA5A19E3-9C68-FF4E-9302-7BFAC5DEC726}" type="pres">
      <dgm:prSet presAssocID="{F702EA80-4101-4E66-A9BC-8FCDC421A3E2}" presName="vert1" presStyleCnt="0"/>
      <dgm:spPr/>
    </dgm:pt>
    <dgm:pt modelId="{D76B3019-E7A8-F746-B332-D690069893C8}" type="pres">
      <dgm:prSet presAssocID="{6DEE9DA5-A1FB-4D9C-AE8A-1A33603140D5}" presName="thickLine" presStyleLbl="alignNode1" presStyleIdx="9" presStyleCnt="11"/>
      <dgm:spPr/>
    </dgm:pt>
    <dgm:pt modelId="{EFC68214-6720-7341-B61D-334C714379E9}" type="pres">
      <dgm:prSet presAssocID="{6DEE9DA5-A1FB-4D9C-AE8A-1A33603140D5}" presName="horz1" presStyleCnt="0"/>
      <dgm:spPr/>
    </dgm:pt>
    <dgm:pt modelId="{6C597C38-8B23-8E40-BDBD-2F80448978F3}" type="pres">
      <dgm:prSet presAssocID="{6DEE9DA5-A1FB-4D9C-AE8A-1A33603140D5}" presName="tx1" presStyleLbl="revTx" presStyleIdx="9" presStyleCnt="11"/>
      <dgm:spPr/>
    </dgm:pt>
    <dgm:pt modelId="{D12283FB-BCAE-EA4E-A0FE-5EAB3D527570}" type="pres">
      <dgm:prSet presAssocID="{6DEE9DA5-A1FB-4D9C-AE8A-1A33603140D5}" presName="vert1" presStyleCnt="0"/>
      <dgm:spPr/>
    </dgm:pt>
    <dgm:pt modelId="{E0B09E35-4AE4-E944-ACDB-CCD40BE9B705}" type="pres">
      <dgm:prSet presAssocID="{856B9034-9F0C-4B18-9132-8A63AB765571}" presName="thickLine" presStyleLbl="alignNode1" presStyleIdx="10" presStyleCnt="11"/>
      <dgm:spPr/>
    </dgm:pt>
    <dgm:pt modelId="{5E528005-AC54-5C42-9C38-2F184F5A84F1}" type="pres">
      <dgm:prSet presAssocID="{856B9034-9F0C-4B18-9132-8A63AB765571}" presName="horz1" presStyleCnt="0"/>
      <dgm:spPr/>
    </dgm:pt>
    <dgm:pt modelId="{0DCF5B96-DFBD-4841-91EE-EECB2824B06C}" type="pres">
      <dgm:prSet presAssocID="{856B9034-9F0C-4B18-9132-8A63AB765571}" presName="tx1" presStyleLbl="revTx" presStyleIdx="10" presStyleCnt="11"/>
      <dgm:spPr/>
    </dgm:pt>
    <dgm:pt modelId="{B6D8AC0E-2BD7-5642-B867-318097EBB0AF}" type="pres">
      <dgm:prSet presAssocID="{856B9034-9F0C-4B18-9132-8A63AB765571}" presName="vert1" presStyleCnt="0"/>
      <dgm:spPr/>
    </dgm:pt>
  </dgm:ptLst>
  <dgm:cxnLst>
    <dgm:cxn modelId="{171F5A07-78FF-6B4B-BC19-B7454C71D7A0}" type="presOf" srcId="{3D0C5143-E345-4EB0-8B56-319ABA342B3A}" destId="{72C1C7E6-CA44-9049-9468-69582EF528BF}" srcOrd="0" destOrd="0" presId="urn:microsoft.com/office/officeart/2008/layout/LinedList"/>
    <dgm:cxn modelId="{8BC9520E-4421-4E4A-95B9-919B94FF877A}" type="presOf" srcId="{75CE96F6-C337-4A1F-BA95-8DB58E60CBB1}" destId="{91487A69-4D7E-264D-BF7C-D332BF654155}" srcOrd="0" destOrd="0" presId="urn:microsoft.com/office/officeart/2008/layout/LinedList"/>
    <dgm:cxn modelId="{894D2D10-B154-49D0-95D7-0CFC8D5AEE6C}" srcId="{3D0C5143-E345-4EB0-8B56-319ABA342B3A}" destId="{8AD33110-8E0B-4F16-8875-A4D981732DD4}" srcOrd="6" destOrd="0" parTransId="{ACBD7575-DB1F-43C1-9409-EA462AEEB61E}" sibTransId="{4D2B7BCC-9D2A-47A9-957D-6314CA05A7C6}"/>
    <dgm:cxn modelId="{4994EF1B-BC41-8B4E-A267-98DA07829DB1}" type="presOf" srcId="{F702EA80-4101-4E66-A9BC-8FCDC421A3E2}" destId="{F68178DB-2F04-D746-A594-7AE56821DBAD}" srcOrd="0" destOrd="0" presId="urn:microsoft.com/office/officeart/2008/layout/LinedList"/>
    <dgm:cxn modelId="{38D67E33-A452-4BA9-ADAB-54143144E7E1}" srcId="{3D0C5143-E345-4EB0-8B56-319ABA342B3A}" destId="{75CE96F6-C337-4A1F-BA95-8DB58E60CBB1}" srcOrd="7" destOrd="0" parTransId="{C20D27E9-A75A-4C9B-9002-111D3E2EF3DB}" sibTransId="{9C85AF48-4D7C-421C-8428-1E3FE120A63E}"/>
    <dgm:cxn modelId="{22421343-0B96-E749-904F-8DA0820E1C79}" type="presOf" srcId="{EDFD8E16-C1FF-41BC-A141-E98EEE5598B1}" destId="{0C6E1E75-8E9A-314A-B036-9085CA2B0444}" srcOrd="0" destOrd="0" presId="urn:microsoft.com/office/officeart/2008/layout/LinedList"/>
    <dgm:cxn modelId="{2B09F144-5CEE-408A-87E9-FD5FACC1DB48}" srcId="{3D0C5143-E345-4EB0-8B56-319ABA342B3A}" destId="{F702EA80-4101-4E66-A9BC-8FCDC421A3E2}" srcOrd="8" destOrd="0" parTransId="{B0F5AACE-0CD8-48A7-A34E-AF5DC935D7AC}" sibTransId="{DE25DF62-D7CE-419E-A077-511051D7B3D5}"/>
    <dgm:cxn modelId="{2CE3CF4B-7D8E-40F4-AB95-1A2F350F7981}" srcId="{3D0C5143-E345-4EB0-8B56-319ABA342B3A}" destId="{856B9034-9F0C-4B18-9132-8A63AB765571}" srcOrd="10" destOrd="0" parTransId="{638E7993-AF46-4469-AA67-88EF7414B1EE}" sibTransId="{B83C18F1-B6F3-40DF-91E9-1D8164148A1C}"/>
    <dgm:cxn modelId="{41F2544D-4BED-457C-9464-F6B464759E57}" srcId="{3D0C5143-E345-4EB0-8B56-319ABA342B3A}" destId="{EDFD8E16-C1FF-41BC-A141-E98EEE5598B1}" srcOrd="3" destOrd="0" parTransId="{4A0F0526-A77B-4426-9413-E5EC6A0EBCE2}" sibTransId="{17DCB2C0-5712-4BC2-B93E-6E3C3B4C8EA5}"/>
    <dgm:cxn modelId="{5F8B0365-147D-42BA-A095-960B3E596892}" srcId="{3D0C5143-E345-4EB0-8B56-319ABA342B3A}" destId="{91C70545-2DF5-419D-96EB-7D1DDB664DFF}" srcOrd="4" destOrd="0" parTransId="{C74AE13E-5534-49D7-B04C-AC194A3716CF}" sibTransId="{F68896DB-DD07-4DFA-9E24-BB878CA80526}"/>
    <dgm:cxn modelId="{4809DE78-9E3E-6F4A-91A6-3903840106F6}" type="presOf" srcId="{856B9034-9F0C-4B18-9132-8A63AB765571}" destId="{0DCF5B96-DFBD-4841-91EE-EECB2824B06C}" srcOrd="0" destOrd="0" presId="urn:microsoft.com/office/officeart/2008/layout/LinedList"/>
    <dgm:cxn modelId="{6B41DA9B-80D5-4831-9E99-08931362DE1D}" srcId="{3D0C5143-E345-4EB0-8B56-319ABA342B3A}" destId="{74BB565A-8848-4D3D-9180-6BB424C76FB3}" srcOrd="5" destOrd="0" parTransId="{5236AA59-9273-499C-8504-222ABF996A01}" sibTransId="{8A04AF55-CDBB-4CA7-B944-764E95F3FAA9}"/>
    <dgm:cxn modelId="{9E0650A7-6905-C246-B589-4AB4848C4AE2}" type="presOf" srcId="{C1652F16-34DE-4B8A-8077-0BB2DCDBCB20}" destId="{21C35FD7-9ADF-7544-9579-FC6CCC43A4DC}" srcOrd="0" destOrd="0" presId="urn:microsoft.com/office/officeart/2008/layout/LinedList"/>
    <dgm:cxn modelId="{1267C2BB-397A-2C40-9B09-5A06FC1140CC}" type="presOf" srcId="{74BB565A-8848-4D3D-9180-6BB424C76FB3}" destId="{C4133D27-3FEE-C248-87D3-3EE578680CA0}" srcOrd="0" destOrd="0" presId="urn:microsoft.com/office/officeart/2008/layout/LinedList"/>
    <dgm:cxn modelId="{CB295FC9-BF06-4588-B4F9-0D8949BE5FFE}" srcId="{3D0C5143-E345-4EB0-8B56-319ABA342B3A}" destId="{C1652F16-34DE-4B8A-8077-0BB2DCDBCB20}" srcOrd="1" destOrd="0" parTransId="{600FCB0C-B0E2-4916-AEF8-DC5E888ED47D}" sibTransId="{CF316674-DDD6-4814-BD5F-0B9F3B7788B9}"/>
    <dgm:cxn modelId="{8EB05BCA-C394-4559-B2E2-2FD3F601FB46}" srcId="{3D0C5143-E345-4EB0-8B56-319ABA342B3A}" destId="{6DEE9DA5-A1FB-4D9C-AE8A-1A33603140D5}" srcOrd="9" destOrd="0" parTransId="{56C0EF5E-9E04-4FE6-8B46-96ABCF76B095}" sibTransId="{C120B3C8-4D09-4EB3-B707-AF47FF5CE992}"/>
    <dgm:cxn modelId="{1B948ED3-61FD-4F4D-B595-2C8124728C66}" type="presOf" srcId="{91C70545-2DF5-419D-96EB-7D1DDB664DFF}" destId="{383DDA68-B7D5-7D45-9642-1F42032D0161}" srcOrd="0" destOrd="0" presId="urn:microsoft.com/office/officeart/2008/layout/LinedList"/>
    <dgm:cxn modelId="{37E6BBD6-64B4-4362-8C9B-D59C32BFFACC}" srcId="{3D0C5143-E345-4EB0-8B56-319ABA342B3A}" destId="{5778E239-8ADE-4190-9FB3-ADD27F993A62}" srcOrd="0" destOrd="0" parTransId="{818B08BC-39C0-4748-AAED-E13330D09E0A}" sibTransId="{6B6C6373-623F-4CBF-9B74-8A737DD0550A}"/>
    <dgm:cxn modelId="{4BB481DA-3D6A-8643-8B88-4F9F440CE616}" type="presOf" srcId="{6DEE9DA5-A1FB-4D9C-AE8A-1A33603140D5}" destId="{6C597C38-8B23-8E40-BDBD-2F80448978F3}" srcOrd="0" destOrd="0" presId="urn:microsoft.com/office/officeart/2008/layout/LinedList"/>
    <dgm:cxn modelId="{C913EEE0-69D6-744B-A9B4-20D9555321FB}" type="presOf" srcId="{5778E239-8ADE-4190-9FB3-ADD27F993A62}" destId="{0B12D88F-2F31-CB42-8D40-3FC5716512B8}" srcOrd="0" destOrd="0" presId="urn:microsoft.com/office/officeart/2008/layout/LinedList"/>
    <dgm:cxn modelId="{91530EE5-3579-EA4B-9AEB-B65E96F9BCA8}" type="presOf" srcId="{3F81D39C-705F-4E33-B40E-F529AAE39C2F}" destId="{0E815DB7-4870-6B4A-B9B1-38A7A3F067E0}" srcOrd="0" destOrd="0" presId="urn:microsoft.com/office/officeart/2008/layout/LinedList"/>
    <dgm:cxn modelId="{E3E181F2-E2E6-43DB-8238-1FE1389F7CC7}" srcId="{3D0C5143-E345-4EB0-8B56-319ABA342B3A}" destId="{3F81D39C-705F-4E33-B40E-F529AAE39C2F}" srcOrd="2" destOrd="0" parTransId="{F1C6DA2F-CDE5-44E2-B25D-6E1E3CB99301}" sibTransId="{5AC2C3E0-2C96-40AA-9BFC-740A140B30EC}"/>
    <dgm:cxn modelId="{126C4BF8-1BE1-AB44-A471-7F4ACC7B8807}" type="presOf" srcId="{8AD33110-8E0B-4F16-8875-A4D981732DD4}" destId="{6B0AE936-A1A4-2940-B0C8-B04A501E1AEB}" srcOrd="0" destOrd="0" presId="urn:microsoft.com/office/officeart/2008/layout/LinedList"/>
    <dgm:cxn modelId="{BB3FD33D-E4DB-604F-94B5-68C1BA02A59B}" type="presParOf" srcId="{72C1C7E6-CA44-9049-9468-69582EF528BF}" destId="{647C6100-C74D-EA48-A4EF-345BE0D00EDC}" srcOrd="0" destOrd="0" presId="urn:microsoft.com/office/officeart/2008/layout/LinedList"/>
    <dgm:cxn modelId="{60DCCF01-4433-1844-A2CD-D22B73658BC7}" type="presParOf" srcId="{72C1C7E6-CA44-9049-9468-69582EF528BF}" destId="{7CA6BF8F-E5CC-6C45-B241-27C6FD3E7C39}" srcOrd="1" destOrd="0" presId="urn:microsoft.com/office/officeart/2008/layout/LinedList"/>
    <dgm:cxn modelId="{16C79112-EEE8-5D45-AF2E-1E4C900B791F}" type="presParOf" srcId="{7CA6BF8F-E5CC-6C45-B241-27C6FD3E7C39}" destId="{0B12D88F-2F31-CB42-8D40-3FC5716512B8}" srcOrd="0" destOrd="0" presId="urn:microsoft.com/office/officeart/2008/layout/LinedList"/>
    <dgm:cxn modelId="{61A3A093-252B-DF4D-A494-740A98992931}" type="presParOf" srcId="{7CA6BF8F-E5CC-6C45-B241-27C6FD3E7C39}" destId="{CC9A9898-7B11-6948-9CF2-BB69D60C7C76}" srcOrd="1" destOrd="0" presId="urn:microsoft.com/office/officeart/2008/layout/LinedList"/>
    <dgm:cxn modelId="{4CD42B7A-085D-DB40-B454-D57ECB084C13}" type="presParOf" srcId="{72C1C7E6-CA44-9049-9468-69582EF528BF}" destId="{9DC54FD2-60F7-7C48-824D-97FD5C55D37D}" srcOrd="2" destOrd="0" presId="urn:microsoft.com/office/officeart/2008/layout/LinedList"/>
    <dgm:cxn modelId="{696B2CD1-5010-3B44-914E-F4A870E18310}" type="presParOf" srcId="{72C1C7E6-CA44-9049-9468-69582EF528BF}" destId="{899243E5-2895-1C43-8AD6-A4135F78258F}" srcOrd="3" destOrd="0" presId="urn:microsoft.com/office/officeart/2008/layout/LinedList"/>
    <dgm:cxn modelId="{C0DEB762-A121-DD41-A356-586238C35DAA}" type="presParOf" srcId="{899243E5-2895-1C43-8AD6-A4135F78258F}" destId="{21C35FD7-9ADF-7544-9579-FC6CCC43A4DC}" srcOrd="0" destOrd="0" presId="urn:microsoft.com/office/officeart/2008/layout/LinedList"/>
    <dgm:cxn modelId="{CBDA5ECC-9898-3F45-860A-11AD8A807CAC}" type="presParOf" srcId="{899243E5-2895-1C43-8AD6-A4135F78258F}" destId="{2906E43F-A88C-C34F-97FE-9C18007FBAB6}" srcOrd="1" destOrd="0" presId="urn:microsoft.com/office/officeart/2008/layout/LinedList"/>
    <dgm:cxn modelId="{7686B95B-2E99-DA4F-BC8C-370FE201B743}" type="presParOf" srcId="{72C1C7E6-CA44-9049-9468-69582EF528BF}" destId="{5FD5C6FA-7444-4044-AD51-7F2AB00BF57D}" srcOrd="4" destOrd="0" presId="urn:microsoft.com/office/officeart/2008/layout/LinedList"/>
    <dgm:cxn modelId="{E78FC3E7-8E65-1944-839D-A39525E260DA}" type="presParOf" srcId="{72C1C7E6-CA44-9049-9468-69582EF528BF}" destId="{6C85507A-9C5E-DD43-A08D-3512B0F211E3}" srcOrd="5" destOrd="0" presId="urn:microsoft.com/office/officeart/2008/layout/LinedList"/>
    <dgm:cxn modelId="{5427EB93-B08D-4D4D-A3AC-1C31DA8DD5A9}" type="presParOf" srcId="{6C85507A-9C5E-DD43-A08D-3512B0F211E3}" destId="{0E815DB7-4870-6B4A-B9B1-38A7A3F067E0}" srcOrd="0" destOrd="0" presId="urn:microsoft.com/office/officeart/2008/layout/LinedList"/>
    <dgm:cxn modelId="{3D60071E-2C8F-A74D-9E8B-9B566182512D}" type="presParOf" srcId="{6C85507A-9C5E-DD43-A08D-3512B0F211E3}" destId="{82382AD7-3BF5-9643-B3EF-8F8972967E26}" srcOrd="1" destOrd="0" presId="urn:microsoft.com/office/officeart/2008/layout/LinedList"/>
    <dgm:cxn modelId="{50FC7FA7-6131-274A-9DA6-34E04CA45002}" type="presParOf" srcId="{72C1C7E6-CA44-9049-9468-69582EF528BF}" destId="{3E9EEBA3-D847-C448-B01E-BC4F77060D47}" srcOrd="6" destOrd="0" presId="urn:microsoft.com/office/officeart/2008/layout/LinedList"/>
    <dgm:cxn modelId="{B79F2765-D30B-6841-9290-BD339EE16E08}" type="presParOf" srcId="{72C1C7E6-CA44-9049-9468-69582EF528BF}" destId="{03A4F121-AC47-5641-AFD7-C117CADEABE0}" srcOrd="7" destOrd="0" presId="urn:microsoft.com/office/officeart/2008/layout/LinedList"/>
    <dgm:cxn modelId="{DB9B5701-6B7E-A941-A817-634CA73B080F}" type="presParOf" srcId="{03A4F121-AC47-5641-AFD7-C117CADEABE0}" destId="{0C6E1E75-8E9A-314A-B036-9085CA2B0444}" srcOrd="0" destOrd="0" presId="urn:microsoft.com/office/officeart/2008/layout/LinedList"/>
    <dgm:cxn modelId="{E7A7BAB6-1DBC-F647-8E0A-29F610FEB4E2}" type="presParOf" srcId="{03A4F121-AC47-5641-AFD7-C117CADEABE0}" destId="{1E419B6A-7396-7E4D-B568-88BE30241EBB}" srcOrd="1" destOrd="0" presId="urn:microsoft.com/office/officeart/2008/layout/LinedList"/>
    <dgm:cxn modelId="{311AD881-9D8B-724E-9C20-992F3F305E4F}" type="presParOf" srcId="{72C1C7E6-CA44-9049-9468-69582EF528BF}" destId="{BD6495F6-CA7D-1944-B767-EAB3A2211559}" srcOrd="8" destOrd="0" presId="urn:microsoft.com/office/officeart/2008/layout/LinedList"/>
    <dgm:cxn modelId="{5C08D0E5-B921-9346-AEBB-8E7E9AD7E931}" type="presParOf" srcId="{72C1C7E6-CA44-9049-9468-69582EF528BF}" destId="{83E6FFDB-94BE-C84C-9695-C4144F3927F4}" srcOrd="9" destOrd="0" presId="urn:microsoft.com/office/officeart/2008/layout/LinedList"/>
    <dgm:cxn modelId="{22596619-B024-A240-9925-26BFC81B9F2C}" type="presParOf" srcId="{83E6FFDB-94BE-C84C-9695-C4144F3927F4}" destId="{383DDA68-B7D5-7D45-9642-1F42032D0161}" srcOrd="0" destOrd="0" presId="urn:microsoft.com/office/officeart/2008/layout/LinedList"/>
    <dgm:cxn modelId="{E66C5631-833F-EE4B-92A2-472B44E65FD3}" type="presParOf" srcId="{83E6FFDB-94BE-C84C-9695-C4144F3927F4}" destId="{94B6EB13-EFA9-2341-B7CD-84EC9B798066}" srcOrd="1" destOrd="0" presId="urn:microsoft.com/office/officeart/2008/layout/LinedList"/>
    <dgm:cxn modelId="{110482B1-B7B7-0241-847C-42194EE544FC}" type="presParOf" srcId="{72C1C7E6-CA44-9049-9468-69582EF528BF}" destId="{86A4D47A-9C11-AD43-AA30-64ADD735F396}" srcOrd="10" destOrd="0" presId="urn:microsoft.com/office/officeart/2008/layout/LinedList"/>
    <dgm:cxn modelId="{CE7B3237-E1AC-7044-AAD0-C234D0184129}" type="presParOf" srcId="{72C1C7E6-CA44-9049-9468-69582EF528BF}" destId="{659D4A3B-611B-CA42-A7A9-671CB12DF447}" srcOrd="11" destOrd="0" presId="urn:microsoft.com/office/officeart/2008/layout/LinedList"/>
    <dgm:cxn modelId="{768877C8-3486-D94E-B253-EF93EA3246AE}" type="presParOf" srcId="{659D4A3B-611B-CA42-A7A9-671CB12DF447}" destId="{C4133D27-3FEE-C248-87D3-3EE578680CA0}" srcOrd="0" destOrd="0" presId="urn:microsoft.com/office/officeart/2008/layout/LinedList"/>
    <dgm:cxn modelId="{D7B4187D-8732-BB4B-A5A7-5B598844E84F}" type="presParOf" srcId="{659D4A3B-611B-CA42-A7A9-671CB12DF447}" destId="{81EDE8CE-C40E-4C42-8677-34F2B6717C9B}" srcOrd="1" destOrd="0" presId="urn:microsoft.com/office/officeart/2008/layout/LinedList"/>
    <dgm:cxn modelId="{929F3BC3-8383-EE4A-8B63-7C20540D9D24}" type="presParOf" srcId="{72C1C7E6-CA44-9049-9468-69582EF528BF}" destId="{15FE7CAD-D783-554C-B71E-06341A8F27FE}" srcOrd="12" destOrd="0" presId="urn:microsoft.com/office/officeart/2008/layout/LinedList"/>
    <dgm:cxn modelId="{ED413351-C68A-BE47-B885-BC3A4E2FFF60}" type="presParOf" srcId="{72C1C7E6-CA44-9049-9468-69582EF528BF}" destId="{6231AE42-E418-D148-AB78-607600990085}" srcOrd="13" destOrd="0" presId="urn:microsoft.com/office/officeart/2008/layout/LinedList"/>
    <dgm:cxn modelId="{36064A2B-3C05-AC4C-A897-21E11A04B369}" type="presParOf" srcId="{6231AE42-E418-D148-AB78-607600990085}" destId="{6B0AE936-A1A4-2940-B0C8-B04A501E1AEB}" srcOrd="0" destOrd="0" presId="urn:microsoft.com/office/officeart/2008/layout/LinedList"/>
    <dgm:cxn modelId="{1B13CD3D-C751-E843-A942-0445324BE641}" type="presParOf" srcId="{6231AE42-E418-D148-AB78-607600990085}" destId="{7176799B-0000-B948-B505-F6BBC5268AE6}" srcOrd="1" destOrd="0" presId="urn:microsoft.com/office/officeart/2008/layout/LinedList"/>
    <dgm:cxn modelId="{7A3F44C8-5D3B-404C-ABFC-0F24FA2C5839}" type="presParOf" srcId="{72C1C7E6-CA44-9049-9468-69582EF528BF}" destId="{C79D3886-7384-B942-9125-1FD4C9FA0938}" srcOrd="14" destOrd="0" presId="urn:microsoft.com/office/officeart/2008/layout/LinedList"/>
    <dgm:cxn modelId="{5105B13B-3B0B-2041-98BD-B091C297FE3F}" type="presParOf" srcId="{72C1C7E6-CA44-9049-9468-69582EF528BF}" destId="{69FFBCDB-AD5E-9742-A315-05CD0C32B30F}" srcOrd="15" destOrd="0" presId="urn:microsoft.com/office/officeart/2008/layout/LinedList"/>
    <dgm:cxn modelId="{24879C97-82BD-4543-BAFC-1919AAA4ED8A}" type="presParOf" srcId="{69FFBCDB-AD5E-9742-A315-05CD0C32B30F}" destId="{91487A69-4D7E-264D-BF7C-D332BF654155}" srcOrd="0" destOrd="0" presId="urn:microsoft.com/office/officeart/2008/layout/LinedList"/>
    <dgm:cxn modelId="{D9D0B2E0-EE3B-104C-BE06-0D1040C34D86}" type="presParOf" srcId="{69FFBCDB-AD5E-9742-A315-05CD0C32B30F}" destId="{F0FEF07A-8E2D-7040-BF26-749D15EBFE42}" srcOrd="1" destOrd="0" presId="urn:microsoft.com/office/officeart/2008/layout/LinedList"/>
    <dgm:cxn modelId="{3DE7A593-CC7B-FE45-8837-064A09D76CF8}" type="presParOf" srcId="{72C1C7E6-CA44-9049-9468-69582EF528BF}" destId="{995E2D3A-8B41-F946-9568-932F8D275D05}" srcOrd="16" destOrd="0" presId="urn:microsoft.com/office/officeart/2008/layout/LinedList"/>
    <dgm:cxn modelId="{B1BC2E45-A368-F840-9653-F837C5DD2013}" type="presParOf" srcId="{72C1C7E6-CA44-9049-9468-69582EF528BF}" destId="{E58F02A4-4964-C241-8F5C-E41042F5EE30}" srcOrd="17" destOrd="0" presId="urn:microsoft.com/office/officeart/2008/layout/LinedList"/>
    <dgm:cxn modelId="{FE2B1D5B-7576-9742-9B47-3198A18A4C16}" type="presParOf" srcId="{E58F02A4-4964-C241-8F5C-E41042F5EE30}" destId="{F68178DB-2F04-D746-A594-7AE56821DBAD}" srcOrd="0" destOrd="0" presId="urn:microsoft.com/office/officeart/2008/layout/LinedList"/>
    <dgm:cxn modelId="{1A22858D-371D-894A-B0F9-0F495C0A8C8A}" type="presParOf" srcId="{E58F02A4-4964-C241-8F5C-E41042F5EE30}" destId="{BA5A19E3-9C68-FF4E-9302-7BFAC5DEC726}" srcOrd="1" destOrd="0" presId="urn:microsoft.com/office/officeart/2008/layout/LinedList"/>
    <dgm:cxn modelId="{8684FA40-292A-A040-A5CB-C8B9C33B83A2}" type="presParOf" srcId="{72C1C7E6-CA44-9049-9468-69582EF528BF}" destId="{D76B3019-E7A8-F746-B332-D690069893C8}" srcOrd="18" destOrd="0" presId="urn:microsoft.com/office/officeart/2008/layout/LinedList"/>
    <dgm:cxn modelId="{C6C94BA1-EB4D-774C-927E-DCD5FA6AF862}" type="presParOf" srcId="{72C1C7E6-CA44-9049-9468-69582EF528BF}" destId="{EFC68214-6720-7341-B61D-334C714379E9}" srcOrd="19" destOrd="0" presId="urn:microsoft.com/office/officeart/2008/layout/LinedList"/>
    <dgm:cxn modelId="{B82D7A30-559E-7544-A7BC-449B72B195B3}" type="presParOf" srcId="{EFC68214-6720-7341-B61D-334C714379E9}" destId="{6C597C38-8B23-8E40-BDBD-2F80448978F3}" srcOrd="0" destOrd="0" presId="urn:microsoft.com/office/officeart/2008/layout/LinedList"/>
    <dgm:cxn modelId="{76FD71CB-F75B-B647-84B1-445F0FD95909}" type="presParOf" srcId="{EFC68214-6720-7341-B61D-334C714379E9}" destId="{D12283FB-BCAE-EA4E-A0FE-5EAB3D527570}" srcOrd="1" destOrd="0" presId="urn:microsoft.com/office/officeart/2008/layout/LinedList"/>
    <dgm:cxn modelId="{2233B7EF-C8EB-1945-A22B-0F6807E79F3D}" type="presParOf" srcId="{72C1C7E6-CA44-9049-9468-69582EF528BF}" destId="{E0B09E35-4AE4-E944-ACDB-CCD40BE9B705}" srcOrd="20" destOrd="0" presId="urn:microsoft.com/office/officeart/2008/layout/LinedList"/>
    <dgm:cxn modelId="{BFD1F766-CCB6-8141-B09A-17FED73F8E9B}" type="presParOf" srcId="{72C1C7E6-CA44-9049-9468-69582EF528BF}" destId="{5E528005-AC54-5C42-9C38-2F184F5A84F1}" srcOrd="21" destOrd="0" presId="urn:microsoft.com/office/officeart/2008/layout/LinedList"/>
    <dgm:cxn modelId="{06CF2F59-F0E2-9A4C-BC88-B4A51AB2EE38}" type="presParOf" srcId="{5E528005-AC54-5C42-9C38-2F184F5A84F1}" destId="{0DCF5B96-DFBD-4841-91EE-EECB2824B06C}" srcOrd="0" destOrd="0" presId="urn:microsoft.com/office/officeart/2008/layout/LinedList"/>
    <dgm:cxn modelId="{3830ADDA-A0D7-ED45-98B8-711E2D4948DD}" type="presParOf" srcId="{5E528005-AC54-5C42-9C38-2F184F5A84F1}" destId="{B6D8AC0E-2BD7-5642-B867-318097EBB0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4DEF9-9999-3D4A-A1CC-88C85B379319}">
      <dsp:nvSpPr>
        <dsp:cNvPr id="0" name=""/>
        <dsp:cNvSpPr/>
      </dsp:nvSpPr>
      <dsp:spPr>
        <a:xfrm>
          <a:off x="3268" y="198328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Branch Type Awareness</a:t>
          </a:r>
          <a:endParaRPr lang="en-US" sz="3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8" y="198328"/>
        <a:ext cx="2592824" cy="1555694"/>
      </dsp:txXfrm>
    </dsp:sp>
    <dsp:sp modelId="{A8D37206-0DF8-8846-8A31-3A6A13C0B295}">
      <dsp:nvSpPr>
        <dsp:cNvPr id="0" name=""/>
        <dsp:cNvSpPr/>
      </dsp:nvSpPr>
      <dsp:spPr>
        <a:xfrm>
          <a:off x="2855374" y="198328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Loop Bias Tracker</a:t>
          </a:r>
          <a:endParaRPr lang="en-US" sz="3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55374" y="198328"/>
        <a:ext cx="2592824" cy="1555694"/>
      </dsp:txXfrm>
    </dsp:sp>
    <dsp:sp modelId="{D3B42ABD-1B14-E747-A4E3-4A407FBCA315}">
      <dsp:nvSpPr>
        <dsp:cNvPr id="0" name=""/>
        <dsp:cNvSpPr/>
      </dsp:nvSpPr>
      <dsp:spPr>
        <a:xfrm>
          <a:off x="8562854" y="2014072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Useful Bit Aging</a:t>
          </a:r>
          <a:endParaRPr lang="en-US" sz="3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562854" y="2014072"/>
        <a:ext cx="2592824" cy="1555694"/>
      </dsp:txXfrm>
    </dsp:sp>
    <dsp:sp modelId="{3DEBD756-558D-F545-A9D8-3C5964D39318}">
      <dsp:nvSpPr>
        <dsp:cNvPr id="0" name=""/>
        <dsp:cNvSpPr/>
      </dsp:nvSpPr>
      <dsp:spPr>
        <a:xfrm>
          <a:off x="8559587" y="198328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Confidence Tracking</a:t>
          </a:r>
          <a:endParaRPr lang="en-US" sz="3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559587" y="198328"/>
        <a:ext cx="2592824" cy="1555694"/>
      </dsp:txXfrm>
    </dsp:sp>
    <dsp:sp modelId="{8432F587-7824-5247-8103-30470D65AF1E}">
      <dsp:nvSpPr>
        <dsp:cNvPr id="0" name=""/>
        <dsp:cNvSpPr/>
      </dsp:nvSpPr>
      <dsp:spPr>
        <a:xfrm>
          <a:off x="3268" y="2013305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Alternate Prediction Path</a:t>
          </a:r>
          <a:endParaRPr lang="en-US" sz="3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8" y="2013305"/>
        <a:ext cx="2592824" cy="1555694"/>
      </dsp:txXfrm>
    </dsp:sp>
    <dsp:sp modelId="{AF4F2043-F934-634F-B6D2-5A469FADAB8E}">
      <dsp:nvSpPr>
        <dsp:cNvPr id="0" name=""/>
        <dsp:cNvSpPr/>
      </dsp:nvSpPr>
      <dsp:spPr>
        <a:xfrm>
          <a:off x="2855374" y="2013305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Global History Optimization</a:t>
          </a:r>
          <a:endParaRPr lang="en-US" sz="3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55374" y="2013305"/>
        <a:ext cx="2592824" cy="1555694"/>
      </dsp:txXfrm>
    </dsp:sp>
    <dsp:sp modelId="{B882490A-E4CA-2041-ADF8-DD9BD29BD802}">
      <dsp:nvSpPr>
        <dsp:cNvPr id="0" name=""/>
        <dsp:cNvSpPr/>
      </dsp:nvSpPr>
      <dsp:spPr>
        <a:xfrm>
          <a:off x="5707481" y="2013305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Prime-Spaced History Lengths</a:t>
          </a:r>
          <a:endParaRPr lang="en-US" sz="31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707481" y="2013305"/>
        <a:ext cx="2592824" cy="1555694"/>
      </dsp:txXfrm>
    </dsp:sp>
    <dsp:sp modelId="{F040BE7F-E6C5-4442-84ED-93A6006589BC}">
      <dsp:nvSpPr>
        <dsp:cNvPr id="0" name=""/>
        <dsp:cNvSpPr/>
      </dsp:nvSpPr>
      <dsp:spPr>
        <a:xfrm>
          <a:off x="5698821" y="184508"/>
          <a:ext cx="2592824" cy="1555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>
              <a:latin typeface="Calibri" panose="020F0502020204030204" pitchFamily="34" charset="0"/>
              <a:cs typeface="Calibri" panose="020F0502020204030204" pitchFamily="34" charset="0"/>
            </a:rPr>
            <a:t>Return Address Stack (RAS)</a:t>
          </a:r>
          <a:endParaRPr lang="en-US" sz="31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98821" y="184508"/>
        <a:ext cx="2592824" cy="1555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BF6DE-027F-694A-8107-13A637C0B4DF}">
      <dsp:nvSpPr>
        <dsp:cNvPr id="0" name=""/>
        <dsp:cNvSpPr/>
      </dsp:nvSpPr>
      <dsp:spPr>
        <a:xfrm>
          <a:off x="54" y="37128"/>
          <a:ext cx="520762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Branch Type Awareness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37128"/>
        <a:ext cx="5207627" cy="662400"/>
      </dsp:txXfrm>
    </dsp:sp>
    <dsp:sp modelId="{709D2C8D-5265-6B4A-ADD8-41F134E4FC7F}">
      <dsp:nvSpPr>
        <dsp:cNvPr id="0" name=""/>
        <dsp:cNvSpPr/>
      </dsp:nvSpPr>
      <dsp:spPr>
        <a:xfrm>
          <a:off x="54" y="699528"/>
          <a:ext cx="5207627" cy="30304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>
              <a:latin typeface="Calibri" panose="020F0502020204030204" pitchFamily="34" charset="0"/>
              <a:cs typeface="Calibri" panose="020F0502020204030204" pitchFamily="34" charset="0"/>
            </a:rPr>
            <a:t>Detects </a:t>
          </a:r>
          <a:r>
            <a:rPr lang="en-GB" sz="2300" b="1" kern="1200" dirty="0">
              <a:latin typeface="Calibri" panose="020F0502020204030204" pitchFamily="34" charset="0"/>
              <a:cs typeface="Calibri" panose="020F0502020204030204" pitchFamily="34" charset="0"/>
            </a:rPr>
            <a:t>branch category</a:t>
          </a:r>
          <a:r>
            <a:rPr lang="en-GB" sz="2300" kern="1200" dirty="0">
              <a:latin typeface="Calibri" panose="020F0502020204030204" pitchFamily="34" charset="0"/>
              <a:cs typeface="Calibri" panose="020F0502020204030204" pitchFamily="34" charset="0"/>
            </a:rPr>
            <a:t> (e.g., direct jump, call, return, conditional).</a:t>
          </a:r>
          <a:endParaRPr lang="en-US" sz="23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>
              <a:latin typeface="Calibri" panose="020F0502020204030204" pitchFamily="34" charset="0"/>
              <a:cs typeface="Calibri" panose="020F0502020204030204" pitchFamily="34" charset="0"/>
            </a:rPr>
            <a:t>Uses </a:t>
          </a:r>
          <a:r>
            <a:rPr lang="en-GB" sz="2300" b="1" kern="1200" dirty="0">
              <a:latin typeface="Calibri" panose="020F0502020204030204" pitchFamily="34" charset="0"/>
              <a:cs typeface="Calibri" panose="020F0502020204030204" pitchFamily="34" charset="0"/>
            </a:rPr>
            <a:t>static predictions</a:t>
          </a:r>
          <a:r>
            <a:rPr lang="en-GB" sz="2300" kern="1200" dirty="0">
              <a:latin typeface="Calibri" panose="020F0502020204030204" pitchFamily="34" charset="0"/>
              <a:cs typeface="Calibri" panose="020F0502020204030204" pitchFamily="34" charset="0"/>
            </a:rPr>
            <a:t> for easy-to-predict branches (e.g., direct jumps = taken).</a:t>
          </a:r>
          <a:endParaRPr lang="en-US" sz="23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>
              <a:latin typeface="Calibri" panose="020F0502020204030204" pitchFamily="34" charset="0"/>
              <a:cs typeface="Calibri" panose="020F0502020204030204" pitchFamily="34" charset="0"/>
            </a:rPr>
            <a:t>Improves accuracy by avoiding unnecessary lookups for predictable branches.</a:t>
          </a:r>
          <a:endParaRPr lang="en-US" sz="23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699528"/>
        <a:ext cx="5207627" cy="3030479"/>
      </dsp:txXfrm>
    </dsp:sp>
    <dsp:sp modelId="{96FDE24D-0666-3847-9ACD-5921207593A8}">
      <dsp:nvSpPr>
        <dsp:cNvPr id="0" name=""/>
        <dsp:cNvSpPr/>
      </dsp:nvSpPr>
      <dsp:spPr>
        <a:xfrm>
          <a:off x="5936749" y="37128"/>
          <a:ext cx="520762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Return Address Stack (RAS)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37128"/>
        <a:ext cx="5207627" cy="662400"/>
      </dsp:txXfrm>
    </dsp:sp>
    <dsp:sp modelId="{6A21E061-6EB4-A148-962A-D80065A2C4AA}">
      <dsp:nvSpPr>
        <dsp:cNvPr id="0" name=""/>
        <dsp:cNvSpPr/>
      </dsp:nvSpPr>
      <dsp:spPr>
        <a:xfrm>
          <a:off x="5936749" y="699528"/>
          <a:ext cx="5207627" cy="30304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>
              <a:latin typeface="Calibri" panose="020F0502020204030204" pitchFamily="34" charset="0"/>
              <a:cs typeface="Calibri" panose="020F0502020204030204" pitchFamily="34" charset="0"/>
            </a:rPr>
            <a:t>Specifically handles </a:t>
          </a:r>
          <a:r>
            <a:rPr lang="en-GB" sz="2300" b="1" kern="1200">
              <a:latin typeface="Calibri" panose="020F0502020204030204" pitchFamily="34" charset="0"/>
              <a:cs typeface="Calibri" panose="020F0502020204030204" pitchFamily="34" charset="0"/>
            </a:rPr>
            <a:t>function return prediction</a:t>
          </a:r>
          <a:r>
            <a:rPr lang="en-GB" sz="2300" kern="120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23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>
              <a:latin typeface="Calibri" panose="020F0502020204030204" pitchFamily="34" charset="0"/>
              <a:cs typeface="Calibri" panose="020F0502020204030204" pitchFamily="34" charset="0"/>
            </a:rPr>
            <a:t>On function call: push return address onto stack.</a:t>
          </a:r>
          <a:endParaRPr lang="en-US" sz="23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>
              <a:latin typeface="Calibri" panose="020F0502020204030204" pitchFamily="34" charset="0"/>
              <a:cs typeface="Calibri" panose="020F0502020204030204" pitchFamily="34" charset="0"/>
            </a:rPr>
            <a:t>On return: pop address and compare to target</a:t>
          </a:r>
          <a:r>
            <a:rPr lang="en-GB" sz="2300" kern="1200" dirty="0"/>
            <a:t>.</a:t>
          </a:r>
          <a:endParaRPr lang="en-US" sz="2300" kern="1200" dirty="0"/>
        </a:p>
      </dsp:txBody>
      <dsp:txXfrm>
        <a:off x="5936749" y="699528"/>
        <a:ext cx="5207627" cy="30304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BF6DE-027F-694A-8107-13A637C0B4DF}">
      <dsp:nvSpPr>
        <dsp:cNvPr id="0" name=""/>
        <dsp:cNvSpPr/>
      </dsp:nvSpPr>
      <dsp:spPr>
        <a:xfrm>
          <a:off x="54" y="129784"/>
          <a:ext cx="520762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Confidence Tracking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129784"/>
        <a:ext cx="5207627" cy="691200"/>
      </dsp:txXfrm>
    </dsp:sp>
    <dsp:sp modelId="{709D2C8D-5265-6B4A-ADD8-41F134E4FC7F}">
      <dsp:nvSpPr>
        <dsp:cNvPr id="0" name=""/>
        <dsp:cNvSpPr/>
      </dsp:nvSpPr>
      <dsp:spPr>
        <a:xfrm>
          <a:off x="54" y="820984"/>
          <a:ext cx="5207627" cy="28163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Adds a </a:t>
          </a: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confidence counter</a:t>
          </a: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 to each prediction entry.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>
              <a:latin typeface="Calibri" panose="020F0502020204030204" pitchFamily="34" charset="0"/>
              <a:cs typeface="Calibri" panose="020F0502020204030204" pitchFamily="34" charset="0"/>
            </a:rPr>
            <a:t>Tracks whether predictions are </a:t>
          </a:r>
          <a:r>
            <a:rPr lang="en-GB" sz="2400" b="1" kern="1200">
              <a:latin typeface="Calibri" panose="020F0502020204030204" pitchFamily="34" charset="0"/>
              <a:cs typeface="Calibri" panose="020F0502020204030204" pitchFamily="34" charset="0"/>
            </a:rPr>
            <a:t>consistently accurate</a:t>
          </a:r>
          <a:r>
            <a:rPr lang="en-GB" sz="2400" kern="120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Helps decide whether to </a:t>
          </a: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trust a weak prediction</a:t>
          </a: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 or defer to alternate.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820984"/>
        <a:ext cx="5207627" cy="2816369"/>
      </dsp:txXfrm>
    </dsp:sp>
    <dsp:sp modelId="{96FDE24D-0666-3847-9ACD-5921207593A8}">
      <dsp:nvSpPr>
        <dsp:cNvPr id="0" name=""/>
        <dsp:cNvSpPr/>
      </dsp:nvSpPr>
      <dsp:spPr>
        <a:xfrm>
          <a:off x="5936749" y="129784"/>
          <a:ext cx="520762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Alternate Prediction Path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129784"/>
        <a:ext cx="5207627" cy="691200"/>
      </dsp:txXfrm>
    </dsp:sp>
    <dsp:sp modelId="{6A21E061-6EB4-A148-962A-D80065A2C4AA}">
      <dsp:nvSpPr>
        <dsp:cNvPr id="0" name=""/>
        <dsp:cNvSpPr/>
      </dsp:nvSpPr>
      <dsp:spPr>
        <a:xfrm>
          <a:off x="5936749" y="820984"/>
          <a:ext cx="5207627" cy="28163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Keeps a </a:t>
          </a: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backup prediction</a:t>
          </a: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 from a shorter-history table.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>
              <a:latin typeface="Calibri" panose="020F0502020204030204" pitchFamily="34" charset="0"/>
              <a:cs typeface="Calibri" panose="020F0502020204030204" pitchFamily="34" charset="0"/>
            </a:rPr>
            <a:t>Used when the primary (longest-history) prediction is </a:t>
          </a:r>
          <a:r>
            <a:rPr lang="en-GB" sz="2400" b="1" kern="1200">
              <a:latin typeface="Calibri" panose="020F0502020204030204" pitchFamily="34" charset="0"/>
              <a:cs typeface="Calibri" panose="020F0502020204030204" pitchFamily="34" charset="0"/>
            </a:rPr>
            <a:t>weak or low-confidence</a:t>
          </a:r>
          <a:r>
            <a:rPr lang="en-GB" sz="2400" kern="120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Alt-selector counter</a:t>
          </a:r>
          <a:r>
            <a:rPr lang="en-GB" sz="2400" kern="1200" dirty="0">
              <a:latin typeface="Calibri" panose="020F0502020204030204" pitchFamily="34" charset="0"/>
              <a:cs typeface="Calibri" panose="020F0502020204030204" pitchFamily="34" charset="0"/>
            </a:rPr>
            <a:t> learns when the alternate path is more trustworthy.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820984"/>
        <a:ext cx="5207627" cy="28163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BF6DE-027F-694A-8107-13A637C0B4DF}">
      <dsp:nvSpPr>
        <dsp:cNvPr id="0" name=""/>
        <dsp:cNvSpPr/>
      </dsp:nvSpPr>
      <dsp:spPr>
        <a:xfrm>
          <a:off x="54" y="56709"/>
          <a:ext cx="520762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Useful Bit Aging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56709"/>
        <a:ext cx="5207627" cy="720000"/>
      </dsp:txXfrm>
    </dsp:sp>
    <dsp:sp modelId="{709D2C8D-5265-6B4A-ADD8-41F134E4FC7F}">
      <dsp:nvSpPr>
        <dsp:cNvPr id="0" name=""/>
        <dsp:cNvSpPr/>
      </dsp:nvSpPr>
      <dsp:spPr>
        <a:xfrm>
          <a:off x="54" y="776709"/>
          <a:ext cx="5207627" cy="29337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Each TAGE entry has a 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“useful” bit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 to mark helpful entries.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Periodically reset (aged out) to 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free up stale or unused entries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Ensures tables don’t get filled with outdated predictors.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776709"/>
        <a:ext cx="5207627" cy="2933718"/>
      </dsp:txXfrm>
    </dsp:sp>
    <dsp:sp modelId="{96FDE24D-0666-3847-9ACD-5921207593A8}">
      <dsp:nvSpPr>
        <dsp:cNvPr id="0" name=""/>
        <dsp:cNvSpPr/>
      </dsp:nvSpPr>
      <dsp:spPr>
        <a:xfrm>
          <a:off x="5936749" y="56709"/>
          <a:ext cx="520762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Loop Bias Tracker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56709"/>
        <a:ext cx="5207627" cy="720000"/>
      </dsp:txXfrm>
    </dsp:sp>
    <dsp:sp modelId="{6A21E061-6EB4-A148-962A-D80065A2C4AA}">
      <dsp:nvSpPr>
        <dsp:cNvPr id="0" name=""/>
        <dsp:cNvSpPr/>
      </dsp:nvSpPr>
      <dsp:spPr>
        <a:xfrm>
          <a:off x="5936749" y="776709"/>
          <a:ext cx="5207627" cy="29337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Tracks 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historical taken ratio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 of a conditional branch.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>
              <a:latin typeface="Calibri" panose="020F0502020204030204" pitchFamily="34" charset="0"/>
              <a:cs typeface="Calibri" panose="020F0502020204030204" pitchFamily="34" charset="0"/>
            </a:rPr>
            <a:t>If a branch is </a:t>
          </a:r>
          <a:r>
            <a:rPr lang="en-GB" sz="2500" b="1" kern="1200">
              <a:latin typeface="Calibri" panose="020F0502020204030204" pitchFamily="34" charset="0"/>
              <a:cs typeface="Calibri" panose="020F0502020204030204" pitchFamily="34" charset="0"/>
            </a:rPr>
            <a:t>taken 90%+ of the time</a:t>
          </a:r>
          <a:r>
            <a:rPr lang="en-GB" sz="2500" kern="1200">
              <a:latin typeface="Calibri" panose="020F0502020204030204" pitchFamily="34" charset="0"/>
              <a:cs typeface="Calibri" panose="020F0502020204030204" pitchFamily="34" charset="0"/>
            </a:rPr>
            <a:t>, it's predicted as taken without TAGE logic.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Lightweight alternative to full loop-count prediction — 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less overhead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776709"/>
        <a:ext cx="5207627" cy="2933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BF6DE-027F-694A-8107-13A637C0B4DF}">
      <dsp:nvSpPr>
        <dsp:cNvPr id="0" name=""/>
        <dsp:cNvSpPr/>
      </dsp:nvSpPr>
      <dsp:spPr>
        <a:xfrm>
          <a:off x="54" y="56709"/>
          <a:ext cx="520762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Prime-Spaced History Lengths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56709"/>
        <a:ext cx="5207627" cy="720000"/>
      </dsp:txXfrm>
    </dsp:sp>
    <dsp:sp modelId="{709D2C8D-5265-6B4A-ADD8-41F134E4FC7F}">
      <dsp:nvSpPr>
        <dsp:cNvPr id="0" name=""/>
        <dsp:cNvSpPr/>
      </dsp:nvSpPr>
      <dsp:spPr>
        <a:xfrm>
          <a:off x="54" y="776709"/>
          <a:ext cx="5207627" cy="29337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History lengths for each table use 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prime numbers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 (e.g., 5, 11, 17...).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>
              <a:latin typeface="Calibri" panose="020F0502020204030204" pitchFamily="34" charset="0"/>
              <a:cs typeface="Calibri" panose="020F0502020204030204" pitchFamily="34" charset="0"/>
            </a:rPr>
            <a:t>Reduces </a:t>
          </a:r>
          <a:r>
            <a:rPr lang="en-GB" sz="2500" b="1" kern="1200">
              <a:latin typeface="Calibri" panose="020F0502020204030204" pitchFamily="34" charset="0"/>
              <a:cs typeface="Calibri" panose="020F0502020204030204" pitchFamily="34" charset="0"/>
            </a:rPr>
            <a:t>aliasing</a:t>
          </a:r>
          <a:r>
            <a:rPr lang="en-GB" sz="2500" kern="1200">
              <a:latin typeface="Calibri" panose="020F0502020204030204" pitchFamily="34" charset="0"/>
              <a:cs typeface="Calibri" panose="020F0502020204030204" pitchFamily="34" charset="0"/>
            </a:rPr>
            <a:t> and overlapping prediction behavior.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Gives 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diverse and independent views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 of past branches.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" y="776709"/>
        <a:ext cx="5207627" cy="2933718"/>
      </dsp:txXfrm>
    </dsp:sp>
    <dsp:sp modelId="{96FDE24D-0666-3847-9ACD-5921207593A8}">
      <dsp:nvSpPr>
        <dsp:cNvPr id="0" name=""/>
        <dsp:cNvSpPr/>
      </dsp:nvSpPr>
      <dsp:spPr>
        <a:xfrm>
          <a:off x="5936749" y="56709"/>
          <a:ext cx="520762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800" b="1" kern="1200" dirty="0">
              <a:latin typeface="Calibri" panose="020F0502020204030204" pitchFamily="34" charset="0"/>
              <a:cs typeface="Calibri" panose="020F0502020204030204" pitchFamily="34" charset="0"/>
            </a:rPr>
            <a:t>Global History Optimization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56709"/>
        <a:ext cx="5207627" cy="720000"/>
      </dsp:txXfrm>
    </dsp:sp>
    <dsp:sp modelId="{6A21E061-6EB4-A148-962A-D80065A2C4AA}">
      <dsp:nvSpPr>
        <dsp:cNvPr id="0" name=""/>
        <dsp:cNvSpPr/>
      </dsp:nvSpPr>
      <dsp:spPr>
        <a:xfrm>
          <a:off x="5936749" y="776709"/>
          <a:ext cx="5207627" cy="29337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Maintains a </a:t>
          </a:r>
          <a:r>
            <a:rPr lang="en-GB" sz="2500" b="1" kern="1200" dirty="0" err="1">
              <a:latin typeface="Calibri" panose="020F0502020204030204" pitchFamily="34" charset="0"/>
              <a:cs typeface="Calibri" panose="020F0502020204030204" pitchFamily="34" charset="0"/>
            </a:rPr>
            <a:t>bitset</a:t>
          </a:r>
          <a:r>
            <a:rPr lang="en-GB" sz="2500" b="1" kern="1200" dirty="0">
              <a:latin typeface="Calibri" panose="020F0502020204030204" pitchFamily="34" charset="0"/>
              <a:cs typeface="Calibri" panose="020F0502020204030204" pitchFamily="34" charset="0"/>
            </a:rPr>
            <a:t> of recent taken/not-taken outcomes</a:t>
          </a: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>
              <a:latin typeface="Calibri" panose="020F0502020204030204" pitchFamily="34" charset="0"/>
              <a:cs typeface="Calibri" panose="020F0502020204030204" pitchFamily="34" charset="0"/>
            </a:rPr>
            <a:t>Crucial for </a:t>
          </a:r>
          <a:r>
            <a:rPr lang="en-GB" sz="2500" b="1" kern="1200">
              <a:latin typeface="Calibri" panose="020F0502020204030204" pitchFamily="34" charset="0"/>
              <a:cs typeface="Calibri" panose="020F0502020204030204" pitchFamily="34" charset="0"/>
            </a:rPr>
            <a:t>indexing and hashing</a:t>
          </a:r>
          <a:r>
            <a:rPr lang="en-GB" sz="2500" kern="1200">
              <a:latin typeface="Calibri" panose="020F0502020204030204" pitchFamily="34" charset="0"/>
              <a:cs typeface="Calibri" panose="020F0502020204030204" pitchFamily="34" charset="0"/>
            </a:rPr>
            <a:t> into tagged tables.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 dirty="0">
              <a:latin typeface="Calibri" panose="020F0502020204030204" pitchFamily="34" charset="0"/>
              <a:cs typeface="Calibri" panose="020F0502020204030204" pitchFamily="34" charset="0"/>
            </a:rPr>
            <a:t>Can be tuned in length (e.g., 128 vs. 512 bits) to balance accuracy vs. storage.</a:t>
          </a:r>
          <a:endParaRPr lang="en-US" sz="2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6749" y="776709"/>
        <a:ext cx="5207627" cy="2933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C6100-C74D-EA48-A4EF-345BE0D00EDC}">
      <dsp:nvSpPr>
        <dsp:cNvPr id="0" name=""/>
        <dsp:cNvSpPr/>
      </dsp:nvSpPr>
      <dsp:spPr>
        <a:xfrm>
          <a:off x="0" y="183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2D88F-2F31-CB42-8D40-3FC5716512B8}">
      <dsp:nvSpPr>
        <dsp:cNvPr id="0" name=""/>
        <dsp:cNvSpPr/>
      </dsp:nvSpPr>
      <dsp:spPr>
        <a:xfrm>
          <a:off x="0" y="1839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Tagged Tables: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8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839"/>
        <a:ext cx="11155680" cy="342149"/>
      </dsp:txXfrm>
    </dsp:sp>
    <dsp:sp modelId="{9DC54FD2-60F7-7C48-824D-97FD5C55D37D}">
      <dsp:nvSpPr>
        <dsp:cNvPr id="0" name=""/>
        <dsp:cNvSpPr/>
      </dsp:nvSpPr>
      <dsp:spPr>
        <a:xfrm>
          <a:off x="0" y="34398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35FD7-9ADF-7544-9579-FC6CCC43A4DC}">
      <dsp:nvSpPr>
        <dsp:cNvPr id="0" name=""/>
        <dsp:cNvSpPr/>
      </dsp:nvSpPr>
      <dsp:spPr>
        <a:xfrm>
          <a:off x="0" y="343989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Entries per Table: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2048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43989"/>
        <a:ext cx="11155680" cy="342149"/>
      </dsp:txXfrm>
    </dsp:sp>
    <dsp:sp modelId="{5FD5C6FA-7444-4044-AD51-7F2AB00BF57D}">
      <dsp:nvSpPr>
        <dsp:cNvPr id="0" name=""/>
        <dsp:cNvSpPr/>
      </dsp:nvSpPr>
      <dsp:spPr>
        <a:xfrm>
          <a:off x="0" y="68613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15DB7-4870-6B4A-B9B1-38A7A3F067E0}">
      <dsp:nvSpPr>
        <dsp:cNvPr id="0" name=""/>
        <dsp:cNvSpPr/>
      </dsp:nvSpPr>
      <dsp:spPr>
        <a:xfrm>
          <a:off x="0" y="686139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Tag Bits per Entry: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12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686139"/>
        <a:ext cx="11155680" cy="342149"/>
      </dsp:txXfrm>
    </dsp:sp>
    <dsp:sp modelId="{3E9EEBA3-D847-C448-B01E-BC4F77060D47}">
      <dsp:nvSpPr>
        <dsp:cNvPr id="0" name=""/>
        <dsp:cNvSpPr/>
      </dsp:nvSpPr>
      <dsp:spPr>
        <a:xfrm>
          <a:off x="0" y="102828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E1E75-8E9A-314A-B036-9085CA2B0444}">
      <dsp:nvSpPr>
        <dsp:cNvPr id="0" name=""/>
        <dsp:cNvSpPr/>
      </dsp:nvSpPr>
      <dsp:spPr>
        <a:xfrm>
          <a:off x="0" y="1028289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Saturating Counter Bits: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3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028289"/>
        <a:ext cx="11155680" cy="342149"/>
      </dsp:txXfrm>
    </dsp:sp>
    <dsp:sp modelId="{BD6495F6-CA7D-1944-B767-EAB3A2211559}">
      <dsp:nvSpPr>
        <dsp:cNvPr id="0" name=""/>
        <dsp:cNvSpPr/>
      </dsp:nvSpPr>
      <dsp:spPr>
        <a:xfrm>
          <a:off x="0" y="137043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DDA68-B7D5-7D45-9642-1F42032D0161}">
      <dsp:nvSpPr>
        <dsp:cNvPr id="0" name=""/>
        <dsp:cNvSpPr/>
      </dsp:nvSpPr>
      <dsp:spPr>
        <a:xfrm>
          <a:off x="0" y="1370439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Confidence Bits: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2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370439"/>
        <a:ext cx="11155680" cy="342149"/>
      </dsp:txXfrm>
    </dsp:sp>
    <dsp:sp modelId="{86A4D47A-9C11-AD43-AA30-64ADD735F396}">
      <dsp:nvSpPr>
        <dsp:cNvPr id="0" name=""/>
        <dsp:cNvSpPr/>
      </dsp:nvSpPr>
      <dsp:spPr>
        <a:xfrm>
          <a:off x="0" y="171258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33D27-3FEE-C248-87D3-3EE578680CA0}">
      <dsp:nvSpPr>
        <dsp:cNvPr id="0" name=""/>
        <dsp:cNvSpPr/>
      </dsp:nvSpPr>
      <dsp:spPr>
        <a:xfrm>
          <a:off x="0" y="1712589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Valid &amp; Useful Bits: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1 each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712589"/>
        <a:ext cx="11155680" cy="342149"/>
      </dsp:txXfrm>
    </dsp:sp>
    <dsp:sp modelId="{15FE7CAD-D783-554C-B71E-06341A8F27FE}">
      <dsp:nvSpPr>
        <dsp:cNvPr id="0" name=""/>
        <dsp:cNvSpPr/>
      </dsp:nvSpPr>
      <dsp:spPr>
        <a:xfrm>
          <a:off x="0" y="205473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AE936-A1A4-2940-B0C8-B04A501E1AEB}">
      <dsp:nvSpPr>
        <dsp:cNvPr id="0" name=""/>
        <dsp:cNvSpPr/>
      </dsp:nvSpPr>
      <dsp:spPr>
        <a:xfrm>
          <a:off x="0" y="2054738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Global History Length: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512 bits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054738"/>
        <a:ext cx="11155680" cy="342149"/>
      </dsp:txXfrm>
    </dsp:sp>
    <dsp:sp modelId="{C79D3886-7384-B942-9125-1FD4C9FA0938}">
      <dsp:nvSpPr>
        <dsp:cNvPr id="0" name=""/>
        <dsp:cNvSpPr/>
      </dsp:nvSpPr>
      <dsp:spPr>
        <a:xfrm>
          <a:off x="0" y="239688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87A69-4D7E-264D-BF7C-D332BF654155}">
      <dsp:nvSpPr>
        <dsp:cNvPr id="0" name=""/>
        <dsp:cNvSpPr/>
      </dsp:nvSpPr>
      <dsp:spPr>
        <a:xfrm>
          <a:off x="0" y="2396888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Bimodal Table Size: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2048 entries (3-bit counters)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396888"/>
        <a:ext cx="11155680" cy="342149"/>
      </dsp:txXfrm>
    </dsp:sp>
    <dsp:sp modelId="{995E2D3A-8B41-F946-9568-932F8D275D05}">
      <dsp:nvSpPr>
        <dsp:cNvPr id="0" name=""/>
        <dsp:cNvSpPr/>
      </dsp:nvSpPr>
      <dsp:spPr>
        <a:xfrm>
          <a:off x="0" y="273903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178DB-2F04-D746-A594-7AE56821DBAD}">
      <dsp:nvSpPr>
        <dsp:cNvPr id="0" name=""/>
        <dsp:cNvSpPr/>
      </dsp:nvSpPr>
      <dsp:spPr>
        <a:xfrm>
          <a:off x="0" y="2739038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Return Address Stack (RAS):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32-entry depth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739038"/>
        <a:ext cx="11155680" cy="342149"/>
      </dsp:txXfrm>
    </dsp:sp>
    <dsp:sp modelId="{D76B3019-E7A8-F746-B332-D690069893C8}">
      <dsp:nvSpPr>
        <dsp:cNvPr id="0" name=""/>
        <dsp:cNvSpPr/>
      </dsp:nvSpPr>
      <dsp:spPr>
        <a:xfrm>
          <a:off x="0" y="308118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97C38-8B23-8E40-BDBD-2F80448978F3}">
      <dsp:nvSpPr>
        <dsp:cNvPr id="0" name=""/>
        <dsp:cNvSpPr/>
      </dsp:nvSpPr>
      <dsp:spPr>
        <a:xfrm>
          <a:off x="0" y="3081188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Loop Bias Tracker: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Tracks up to 512 IPs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081188"/>
        <a:ext cx="11155680" cy="342149"/>
      </dsp:txXfrm>
    </dsp:sp>
    <dsp:sp modelId="{E0B09E35-4AE4-E944-ACDB-CCD40BE9B705}">
      <dsp:nvSpPr>
        <dsp:cNvPr id="0" name=""/>
        <dsp:cNvSpPr/>
      </dsp:nvSpPr>
      <dsp:spPr>
        <a:xfrm>
          <a:off x="0" y="342333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F5B96-DFBD-4841-91EE-EECB2824B06C}">
      <dsp:nvSpPr>
        <dsp:cNvPr id="0" name=""/>
        <dsp:cNvSpPr/>
      </dsp:nvSpPr>
      <dsp:spPr>
        <a:xfrm>
          <a:off x="0" y="3423338"/>
          <a:ext cx="11155680" cy="342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Calibri" panose="020F0502020204030204" pitchFamily="34" charset="0"/>
              <a:cs typeface="Calibri" panose="020F0502020204030204" pitchFamily="34" charset="0"/>
            </a:rPr>
            <a:t>Alt Selector Entries:</a:t>
          </a:r>
          <a:r>
            <a:rPr lang="en-GB" sz="1500" kern="1200" dirty="0">
              <a:latin typeface="Calibri" panose="020F0502020204030204" pitchFamily="34" charset="0"/>
              <a:cs typeface="Calibri" panose="020F0502020204030204" pitchFamily="34" charset="0"/>
            </a:rPr>
            <a:t> 8 (one per table)</a:t>
          </a:r>
          <a:endParaRPr lang="en-US" sz="1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423338"/>
        <a:ext cx="11155680" cy="342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E83B9C-EE3B-AD47-1768-F53D06599C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CE8A8-3230-232B-860E-455EDE8847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E54C5-272A-544A-8125-1B150288454B}" type="datetimeFigureOut">
              <a:rPr lang="en-SI" smtClean="0"/>
              <a:t>29. 05. 25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B0D95-4343-B10E-8093-70EDDFCFA5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41F6E-27E4-095A-706A-B5FCBEE219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F3158-02C5-BA4E-851C-15F732F0384A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0030582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B5534-D507-4541-B545-D2187F1AD145}" type="datetimeFigureOut">
              <a:rPr lang="en-SI" smtClean="0"/>
              <a:t>29. 05. 25</a:t>
            </a:fld>
            <a:endParaRPr lang="en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CBF68-2B75-D142-936A-B1850F7B2028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07414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CBF68-2B75-D142-936A-B1850F7B2028}" type="slidenum">
              <a:rPr lang="en-SI" smtClean="0"/>
              <a:t>1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297578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CBF68-2B75-D142-936A-B1850F7B2028}" type="slidenum">
              <a:rPr lang="en-SI" smtClean="0"/>
              <a:t>5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9867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2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1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6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8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0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6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29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3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9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4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6E2FF-13C2-B184-975D-25C952C6AA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039" b="4819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037261-0E86-C724-5AA7-5E410E6FF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6169533" cy="3290107"/>
          </a:xfrm>
        </p:spPr>
        <p:txBody>
          <a:bodyPr anchor="t">
            <a:normAutofit/>
          </a:bodyPr>
          <a:lstStyle/>
          <a:p>
            <a:r>
              <a:rPr lang="en-SI" sz="6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CHAMPSIM – BRANCH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99836-14B4-8D29-A3F1-2BB338E92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909056" cy="1724029"/>
          </a:xfrm>
        </p:spPr>
        <p:txBody>
          <a:bodyPr anchor="t">
            <a:normAutofit/>
          </a:bodyPr>
          <a:lstStyle/>
          <a:p>
            <a:r>
              <a:rPr lang="en-SI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AUTHORS: </a:t>
            </a:r>
            <a:r>
              <a:rPr lang="en-GB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Muhammad Ijaz, David Roche, </a:t>
            </a:r>
            <a:r>
              <a:rPr lang="en-SI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Juš Osojnik</a:t>
            </a:r>
          </a:p>
          <a:p>
            <a:r>
              <a:rPr lang="en-SI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BARCELONA 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3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ABBA-C89A-1262-1C9F-ED96AD24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F7C7-B9A8-5372-673E-0CCC258E0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What is a branch predictor?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Modern CPUs execute instructions </a:t>
            </a: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out-of-order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to improve performance.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When a program encounters a </a:t>
            </a: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branch (if/else, loop, function call)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, the CPU must </a:t>
            </a: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guess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the outcome to stay ahead.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branch predictor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makes these guesses before the actual outcome is known.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Accurate predictions reduce pipeline stalls and </a:t>
            </a: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improve Instructions Per Cycle (IPC)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Our goal: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Implement a modern and accurate branch predictor using the </a:t>
            </a: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TAGE algorithm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070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0933-0828-2E1E-CB82-A80F946D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– BRANCH PREDICTOR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6105-510C-2D64-35FA-219F8A4B7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TAGE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stands for </a:t>
            </a:r>
            <a:r>
              <a:rPr lang="en-GB" sz="3200" b="1" i="1" dirty="0">
                <a:latin typeface="Calibri" panose="020F0502020204030204" pitchFamily="34" charset="0"/>
                <a:cs typeface="Calibri" panose="020F0502020204030204" pitchFamily="34" charset="0"/>
              </a:rPr>
              <a:t>Ta</a:t>
            </a:r>
            <a:r>
              <a:rPr lang="en-GB" sz="3200" i="1" dirty="0">
                <a:latin typeface="Calibri" panose="020F0502020204030204" pitchFamily="34" charset="0"/>
                <a:cs typeface="Calibri" panose="020F0502020204030204" pitchFamily="34" charset="0"/>
              </a:rPr>
              <a:t>gged </a:t>
            </a:r>
            <a:r>
              <a:rPr lang="en-GB" sz="32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GE</a:t>
            </a:r>
            <a:r>
              <a:rPr lang="en-GB" sz="3200" i="1" dirty="0" err="1">
                <a:latin typeface="Calibri" panose="020F0502020204030204" pitchFamily="34" charset="0"/>
                <a:cs typeface="Calibri" panose="020F0502020204030204" pitchFamily="34" charset="0"/>
              </a:rPr>
              <a:t>ometric</a:t>
            </a:r>
            <a:r>
              <a:rPr lang="en-GB" sz="3200" i="1" dirty="0">
                <a:latin typeface="Calibri" panose="020F0502020204030204" pitchFamily="34" charset="0"/>
                <a:cs typeface="Calibri" panose="020F0502020204030204" pitchFamily="34" charset="0"/>
              </a:rPr>
              <a:t> history length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predictor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Key Components:</a:t>
            </a:r>
          </a:p>
          <a:p>
            <a:pPr lvl="1">
              <a:buFont typeface="Wingdings" pitchFamily="2" charset="2"/>
              <a:buChar char="v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Global History Register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: Encodes taken/not-taken outcomes.</a:t>
            </a:r>
          </a:p>
          <a:p>
            <a:pPr lvl="1">
              <a:buFont typeface="Wingdings" pitchFamily="2" charset="2"/>
              <a:buChar char="v"/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Tagged Tables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: Multiple tables indexed with varying history lengths.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Tag Matching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: Ensures predictions come from relevant context.</a:t>
            </a:r>
          </a:p>
          <a:p>
            <a:pPr lvl="1">
              <a:buFont typeface="Wingdings" pitchFamily="2" charset="2"/>
              <a:buChar char="v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Alternate Prediction Logic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: Uses less confident tables if needed.</a:t>
            </a:r>
          </a:p>
          <a:p>
            <a:pPr lvl="1">
              <a:buFont typeface="Wingdings" pitchFamily="2" charset="2"/>
              <a:buChar char="v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Bimodal Table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: Simple predictor used as a fallback.</a:t>
            </a:r>
            <a:endParaRPr lang="en-SI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301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16E29-7F68-3DD9-059E-336CCA9F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– HOW IT WORKS?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A9840220-82DD-03CA-502C-C54574140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462871"/>
            <a:ext cx="6281928" cy="38831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6E89-7D8A-9779-8A61-806E43119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Instruction Pointer (IP)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of the branch is received.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Global History Register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is folded and combined with IP to: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Compute index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Compute tag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Search all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tagged tables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(longest history first) for matching tag.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First match becomes the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primary prediction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Second match (if any) is used as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alternate prediction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Prediction strength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is based on a 2-bit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saturating counter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, updated based on prediction correctness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If the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confidence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of the main match is low: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alternate match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or fallback to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bimodal prediction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Final result →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taken / not-taken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n-SI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07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24123-D91D-4EA8-A153-C8B34D5E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INITIAL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1B79D2-41CE-444D-1B47-EEA81FDBA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913137"/>
              </p:ext>
            </p:extLst>
          </p:nvPr>
        </p:nvGraphicFramePr>
        <p:xfrm>
          <a:off x="549923" y="2578100"/>
          <a:ext cx="11098505" cy="3767141"/>
        </p:xfrm>
        <a:graphic>
          <a:graphicData uri="http://schemas.openxmlformats.org/drawingml/2006/table">
            <a:tbl>
              <a:tblPr firstRow="1" bandRow="1"/>
              <a:tblGrid>
                <a:gridCol w="2341032">
                  <a:extLst>
                    <a:ext uri="{9D8B030D-6E8A-4147-A177-3AD203B41FA5}">
                      <a16:colId xmlns:a16="http://schemas.microsoft.com/office/drawing/2014/main" val="4266084308"/>
                    </a:ext>
                  </a:extLst>
                </a:gridCol>
                <a:gridCol w="1624077">
                  <a:extLst>
                    <a:ext uri="{9D8B030D-6E8A-4147-A177-3AD203B41FA5}">
                      <a16:colId xmlns:a16="http://schemas.microsoft.com/office/drawing/2014/main" val="3983181204"/>
                    </a:ext>
                  </a:extLst>
                </a:gridCol>
                <a:gridCol w="2503239">
                  <a:extLst>
                    <a:ext uri="{9D8B030D-6E8A-4147-A177-3AD203B41FA5}">
                      <a16:colId xmlns:a16="http://schemas.microsoft.com/office/drawing/2014/main" val="3646564883"/>
                    </a:ext>
                  </a:extLst>
                </a:gridCol>
                <a:gridCol w="923344">
                  <a:extLst>
                    <a:ext uri="{9D8B030D-6E8A-4147-A177-3AD203B41FA5}">
                      <a16:colId xmlns:a16="http://schemas.microsoft.com/office/drawing/2014/main" val="3530586249"/>
                    </a:ext>
                  </a:extLst>
                </a:gridCol>
                <a:gridCol w="3706813">
                  <a:extLst>
                    <a:ext uri="{9D8B030D-6E8A-4147-A177-3AD203B41FA5}">
                      <a16:colId xmlns:a16="http://schemas.microsoft.com/office/drawing/2014/main" val="2581619527"/>
                    </a:ext>
                  </a:extLst>
                </a:gridCol>
              </a:tblGrid>
              <a:tr h="760618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Trace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IPC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Prediction Accuracy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MPKI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 ROB Occupancy at </a:t>
                      </a:r>
                      <a:r>
                        <a:rPr lang="en-GB" sz="20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Mispredict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368515"/>
                  </a:ext>
                </a:extLst>
              </a:tr>
              <a:tr h="449181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403.gcc-48B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I" sz="20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Helvetica Neue" panose="02000503000000020004" pitchFamily="2" charset="0"/>
                          <a:cs typeface="Calibri" panose="020F0502020204030204" pitchFamily="34" charset="0"/>
                        </a:rPr>
                        <a:t>1.518</a:t>
                      </a: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99.28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1.582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77.64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406354"/>
                  </a:ext>
                </a:extLst>
              </a:tr>
              <a:tr h="449181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429.mcf-217B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0.170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97.22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3.157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141.3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985734"/>
                  </a:ext>
                </a:extLst>
              </a:tr>
              <a:tr h="449181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445.gobmk-30B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1.132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84.43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29.28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13.67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948759"/>
                  </a:ext>
                </a:extLst>
              </a:tr>
              <a:tr h="449181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456.hmmer-191B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1.98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99.38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156.2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322082"/>
                  </a:ext>
                </a:extLst>
              </a:tr>
              <a:tr h="449181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458.sjeng-283B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1.276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91.22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19.88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24.81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016501"/>
                  </a:ext>
                </a:extLst>
              </a:tr>
              <a:tr h="760618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600.perlbench_s-210B</a:t>
                      </a:r>
                      <a:endParaRPr lang="en-GB" sz="20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1.561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96.12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6.128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74.87</a:t>
                      </a:r>
                      <a:endParaRPr lang="en-SI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42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62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273D-8753-35F6-4246-7100938F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- 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8C5C5B-E31B-AE21-398E-0142A84A47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089850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995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F90A2-759A-94A2-7FFC-FB28C9CE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- IMPROVEMENTS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EE65D2-C2D3-6556-F97D-488B4F242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278595"/>
              </p:ext>
            </p:extLst>
          </p:nvPr>
        </p:nvGraphicFramePr>
        <p:xfrm>
          <a:off x="520699" y="2578100"/>
          <a:ext cx="11144431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7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F90A2-759A-94A2-7FFC-FB28C9CE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- IMPROVEMENTS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EE65D2-C2D3-6556-F97D-488B4F242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44647"/>
              </p:ext>
            </p:extLst>
          </p:nvPr>
        </p:nvGraphicFramePr>
        <p:xfrm>
          <a:off x="520699" y="2578100"/>
          <a:ext cx="11144431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100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F90A2-759A-94A2-7FFC-FB28C9CE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- IMPROVEMENTS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EE65D2-C2D3-6556-F97D-488B4F242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589310"/>
              </p:ext>
            </p:extLst>
          </p:nvPr>
        </p:nvGraphicFramePr>
        <p:xfrm>
          <a:off x="520699" y="2578100"/>
          <a:ext cx="11144431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26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F90A2-759A-94A2-7FFC-FB28C9CE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- IMPROVEMENTS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EE65D2-C2D3-6556-F97D-488B4F242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427837"/>
              </p:ext>
            </p:extLst>
          </p:nvPr>
        </p:nvGraphicFramePr>
        <p:xfrm>
          <a:off x="520699" y="2578100"/>
          <a:ext cx="11144431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772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790B-5F1B-3D98-4B2F-7EC3BCEC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TAGE – PREDICTOR CONFIGURATION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02A2BB-8B9F-D7A7-9D8A-92E7EEFBB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341262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667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64AF6-2A18-0AD1-FAFA-DAE8A4FB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SI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254CB8-DCC6-AC21-4E3E-36ACBBF28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288642"/>
              </p:ext>
            </p:extLst>
          </p:nvPr>
        </p:nvGraphicFramePr>
        <p:xfrm>
          <a:off x="520700" y="2703668"/>
          <a:ext cx="11156955" cy="3516005"/>
        </p:xfrm>
        <a:graphic>
          <a:graphicData uri="http://schemas.openxmlformats.org/drawingml/2006/table">
            <a:tbl>
              <a:tblPr firstRow="1" bandRow="1"/>
              <a:tblGrid>
                <a:gridCol w="1470233">
                  <a:extLst>
                    <a:ext uri="{9D8B030D-6E8A-4147-A177-3AD203B41FA5}">
                      <a16:colId xmlns:a16="http://schemas.microsoft.com/office/drawing/2014/main" val="3312297408"/>
                    </a:ext>
                  </a:extLst>
                </a:gridCol>
                <a:gridCol w="608576">
                  <a:extLst>
                    <a:ext uri="{9D8B030D-6E8A-4147-A177-3AD203B41FA5}">
                      <a16:colId xmlns:a16="http://schemas.microsoft.com/office/drawing/2014/main" val="2643232048"/>
                    </a:ext>
                  </a:extLst>
                </a:gridCol>
                <a:gridCol w="836022">
                  <a:extLst>
                    <a:ext uri="{9D8B030D-6E8A-4147-A177-3AD203B41FA5}">
                      <a16:colId xmlns:a16="http://schemas.microsoft.com/office/drawing/2014/main" val="104954382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00661213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2116190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968096339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031006027"/>
                    </a:ext>
                  </a:extLst>
                </a:gridCol>
                <a:gridCol w="1358538">
                  <a:extLst>
                    <a:ext uri="{9D8B030D-6E8A-4147-A177-3AD203B41FA5}">
                      <a16:colId xmlns:a16="http://schemas.microsoft.com/office/drawing/2014/main" val="814500341"/>
                    </a:ext>
                  </a:extLst>
                </a:gridCol>
                <a:gridCol w="2128706">
                  <a:extLst>
                    <a:ext uri="{9D8B030D-6E8A-4147-A177-3AD203B41FA5}">
                      <a16:colId xmlns:a16="http://schemas.microsoft.com/office/drawing/2014/main" val="1769023347"/>
                    </a:ext>
                  </a:extLst>
                </a:gridCol>
              </a:tblGrid>
              <a:tr h="670517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Trace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IPC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IPC (new)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Prediction Accuracy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Prediction Accuracy (new)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MPKI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MPKI (new)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 ROB Occupancy at </a:t>
                      </a:r>
                      <a:r>
                        <a:rPr lang="en-GB" sz="13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Mispredict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 ROB Occupancy at Mispredict (new)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78487"/>
                  </a:ext>
                </a:extLst>
              </a:tr>
              <a:tr h="474248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403.gcc-48B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I" sz="13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Helvetica Neue" panose="02000503000000020004" pitchFamily="2" charset="0"/>
                          <a:cs typeface="Calibri" panose="020F0502020204030204" pitchFamily="34" charset="0"/>
                        </a:rPr>
                        <a:t>1.518</a:t>
                      </a:r>
                    </a:p>
                    <a:p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1.499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99.28</a:t>
                      </a:r>
                      <a:endParaRPr lang="en-SI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99.15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1.582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1.854</a:t>
                      </a:r>
                      <a:endParaRPr lang="en-SI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77.64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77.64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941654"/>
                  </a:ext>
                </a:extLst>
              </a:tr>
              <a:tr h="474248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429.mcf-217B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0.170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0.171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97.22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98.11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3.157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2.152</a:t>
                      </a:r>
                      <a:endParaRPr lang="en-SI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141.3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141.3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972748"/>
                  </a:ext>
                </a:extLst>
              </a:tr>
              <a:tr h="474248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445.gobmk-30B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1.132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1.261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84.43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88.24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29.28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22.13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13.67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13.67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163116"/>
                  </a:ext>
                </a:extLst>
              </a:tr>
              <a:tr h="474248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456.hmmer-191B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1.98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1.981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99.38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99.45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0.2442</a:t>
                      </a:r>
                      <a:endParaRPr lang="en-SI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156.2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156.2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19742"/>
                  </a:ext>
                </a:extLst>
              </a:tr>
              <a:tr h="474248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458.sjeng-283B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1.276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91.22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92.16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19.88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17.76</a:t>
                      </a:r>
                      <a:endParaRPr lang="en-SI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24.81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24.81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911849"/>
                  </a:ext>
                </a:extLst>
              </a:tr>
              <a:tr h="474248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600.perlbench_s-210B</a:t>
                      </a:r>
                      <a:endParaRPr lang="en-GB" sz="13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1.561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1.6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96.12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96.79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302" marR="17302" marT="17302" marB="1730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6.128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5.075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74.87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I" sz="13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74.87</a:t>
                      </a:r>
                      <a:endParaRPr lang="en-SI" sz="13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499" marR="31499" marT="31499" marB="3149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681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117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AC89-9123-D8A2-07CF-4C40118B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B5B2-57CC-8606-82CD-DD9F0FACB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Consistently Accurate Predictions: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The predictor performed reliably across diverse workloads, showing strong accuracy and low misprediction rates.</a:t>
            </a: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Balanced Performance and Efficiency: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Maintained solid IPC and minimized pipeline disruptions without excessive complexity.</a:t>
            </a: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Storage-Efficient Design: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Achieved meaningful improvements using a compact and hardware-friendly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056123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D495-9A80-E0AF-5EC6-10BD02BB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I" sz="5000" dirty="0">
                <a:latin typeface="Calibri" panose="020F0502020204030204" pitchFamily="34" charset="0"/>
                <a:cs typeface="Calibri" panose="020F0502020204030204" pitchFamily="34" charset="0"/>
              </a:rPr>
              <a:t>Thank you for your atention</a:t>
            </a:r>
          </a:p>
        </p:txBody>
      </p:sp>
    </p:spTree>
    <p:extLst>
      <p:ext uri="{BB962C8B-B14F-4D97-AF65-F5344CB8AC3E}">
        <p14:creationId xmlns:p14="http://schemas.microsoft.com/office/powerpoint/2010/main" val="7690434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917</Words>
  <Application>Microsoft Macintosh PowerPoint</Application>
  <PresentationFormat>Widescreen</PresentationFormat>
  <Paragraphs>197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Bierstadt</vt:lpstr>
      <vt:lpstr>Calibri</vt:lpstr>
      <vt:lpstr>Wingdings</vt:lpstr>
      <vt:lpstr>GestaltVTI</vt:lpstr>
      <vt:lpstr>CHAMPSIM – BRANCH PREDICTOR</vt:lpstr>
      <vt:lpstr>INTRODUCTION</vt:lpstr>
      <vt:lpstr>TAGE – BRANCH PREDICTOR</vt:lpstr>
      <vt:lpstr>TAGE – HOW IT WORKS?</vt:lpstr>
      <vt:lpstr>INITIAL RESULTS</vt:lpstr>
      <vt:lpstr>TAGE - IMPROVEMENTS</vt:lpstr>
      <vt:lpstr>TAGE - IMPROVEMENTS</vt:lpstr>
      <vt:lpstr>TAGE - IMPROVEMENTS</vt:lpstr>
      <vt:lpstr>TAGE - IMPROVEMENTS</vt:lpstr>
      <vt:lpstr>TAGE - IMPROVEMENTS</vt:lpstr>
      <vt:lpstr>TAGE – PREDICTOR CONFIGURATION</vt:lpstr>
      <vt:lpstr>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CHAMPSIM – BRANCH PREDICTOR</dc:title>
  <dc:creator>Juš Osojnik</dc:creator>
  <cp:lastModifiedBy>Juš Osojnik</cp:lastModifiedBy>
  <cp:revision>16</cp:revision>
  <dcterms:created xsi:type="dcterms:W3CDTF">2025-05-29T02:53:47Z</dcterms:created>
  <dcterms:modified xsi:type="dcterms:W3CDTF">2025-05-30T07:08:13Z</dcterms:modified>
</cp:coreProperties>
</file>